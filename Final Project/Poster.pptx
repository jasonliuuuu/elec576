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30400D-AF1B-40E7-AF55-D6A2F02EB2C9}" v="5" dt="2024-12-05T08:19:15.4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764" autoAdjust="0"/>
    <p:restoredTop sz="94660"/>
  </p:normalViewPr>
  <p:slideViewPr>
    <p:cSldViewPr snapToGrid="0">
      <p:cViewPr varScale="1">
        <p:scale>
          <a:sx n="95" d="100"/>
          <a:sy n="95" d="100"/>
        </p:scale>
        <p:origin x="1092"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ung-Yu Liu" userId="218cff34-dbcd-48c0-8829-9f6d7d332c69" providerId="ADAL" clId="{6330400D-AF1B-40E7-AF55-D6A2F02EB2C9}"/>
    <pc:docChg chg="undo redo custSel modSld">
      <pc:chgData name="Tsung-Yu Liu" userId="218cff34-dbcd-48c0-8829-9f6d7d332c69" providerId="ADAL" clId="{6330400D-AF1B-40E7-AF55-D6A2F02EB2C9}" dt="2024-12-05T16:41:56.483" v="571" actId="1076"/>
      <pc:docMkLst>
        <pc:docMk/>
      </pc:docMkLst>
      <pc:sldChg chg="addSp modSp mod">
        <pc:chgData name="Tsung-Yu Liu" userId="218cff34-dbcd-48c0-8829-9f6d7d332c69" providerId="ADAL" clId="{6330400D-AF1B-40E7-AF55-D6A2F02EB2C9}" dt="2024-12-05T16:41:56.483" v="571" actId="1076"/>
        <pc:sldMkLst>
          <pc:docMk/>
          <pc:sldMk cId="793363960" sldId="256"/>
        </pc:sldMkLst>
        <pc:spChg chg="mod">
          <ac:chgData name="Tsung-Yu Liu" userId="218cff34-dbcd-48c0-8829-9f6d7d332c69" providerId="ADAL" clId="{6330400D-AF1B-40E7-AF55-D6A2F02EB2C9}" dt="2024-12-05T08:25:19.411" v="516"/>
          <ac:spMkLst>
            <pc:docMk/>
            <pc:sldMk cId="793363960" sldId="256"/>
            <ac:spMk id="6" creationId="{C7BBE3FE-D27E-11E4-010B-6157A3644172}"/>
          </ac:spMkLst>
        </pc:spChg>
        <pc:spChg chg="mod">
          <ac:chgData name="Tsung-Yu Liu" userId="218cff34-dbcd-48c0-8829-9f6d7d332c69" providerId="ADAL" clId="{6330400D-AF1B-40E7-AF55-D6A2F02EB2C9}" dt="2024-12-05T08:04:11.397" v="4" actId="20577"/>
          <ac:spMkLst>
            <pc:docMk/>
            <pc:sldMk cId="793363960" sldId="256"/>
            <ac:spMk id="7" creationId="{CFB09F7B-5FAD-8A86-4FA7-677C8A14C37A}"/>
          </ac:spMkLst>
        </pc:spChg>
        <pc:spChg chg="mod">
          <ac:chgData name="Tsung-Yu Liu" userId="218cff34-dbcd-48c0-8829-9f6d7d332c69" providerId="ADAL" clId="{6330400D-AF1B-40E7-AF55-D6A2F02EB2C9}" dt="2024-12-05T08:17:29.039" v="179" actId="14100"/>
          <ac:spMkLst>
            <pc:docMk/>
            <pc:sldMk cId="793363960" sldId="256"/>
            <ac:spMk id="8" creationId="{4D906FA9-5194-363F-9184-F9967A6EBADF}"/>
          </ac:spMkLst>
        </pc:spChg>
        <pc:spChg chg="mod">
          <ac:chgData name="Tsung-Yu Liu" userId="218cff34-dbcd-48c0-8829-9f6d7d332c69" providerId="ADAL" clId="{6330400D-AF1B-40E7-AF55-D6A2F02EB2C9}" dt="2024-12-05T16:41:56.483" v="571" actId="1076"/>
          <ac:spMkLst>
            <pc:docMk/>
            <pc:sldMk cId="793363960" sldId="256"/>
            <ac:spMk id="10" creationId="{67F2D8BB-BCAE-BAF1-6182-DB044107916A}"/>
          </ac:spMkLst>
        </pc:spChg>
        <pc:spChg chg="mod">
          <ac:chgData name="Tsung-Yu Liu" userId="218cff34-dbcd-48c0-8829-9f6d7d332c69" providerId="ADAL" clId="{6330400D-AF1B-40E7-AF55-D6A2F02EB2C9}" dt="2024-12-05T16:03:55.443" v="569" actId="1076"/>
          <ac:spMkLst>
            <pc:docMk/>
            <pc:sldMk cId="793363960" sldId="256"/>
            <ac:spMk id="11" creationId="{B203DEFC-AA9E-F5D4-4234-74B905A13F38}"/>
          </ac:spMkLst>
        </pc:spChg>
        <pc:spChg chg="mod">
          <ac:chgData name="Tsung-Yu Liu" userId="218cff34-dbcd-48c0-8829-9f6d7d332c69" providerId="ADAL" clId="{6330400D-AF1B-40E7-AF55-D6A2F02EB2C9}" dt="2024-12-05T08:18:01.234" v="208" actId="1038"/>
          <ac:spMkLst>
            <pc:docMk/>
            <pc:sldMk cId="793363960" sldId="256"/>
            <ac:spMk id="12" creationId="{98CF75FE-C647-1588-BDBE-736A1BFBC994}"/>
          </ac:spMkLst>
        </pc:spChg>
        <pc:spChg chg="mod">
          <ac:chgData name="Tsung-Yu Liu" userId="218cff34-dbcd-48c0-8829-9f6d7d332c69" providerId="ADAL" clId="{6330400D-AF1B-40E7-AF55-D6A2F02EB2C9}" dt="2024-12-05T08:18:01.234" v="208" actId="1038"/>
          <ac:spMkLst>
            <pc:docMk/>
            <pc:sldMk cId="793363960" sldId="256"/>
            <ac:spMk id="14" creationId="{62C0548D-C9CA-B222-F658-C2BA5D030B9A}"/>
          </ac:spMkLst>
        </pc:spChg>
        <pc:spChg chg="mod">
          <ac:chgData name="Tsung-Yu Liu" userId="218cff34-dbcd-48c0-8829-9f6d7d332c69" providerId="ADAL" clId="{6330400D-AF1B-40E7-AF55-D6A2F02EB2C9}" dt="2024-12-05T08:18:01.234" v="208" actId="1038"/>
          <ac:spMkLst>
            <pc:docMk/>
            <pc:sldMk cId="793363960" sldId="256"/>
            <ac:spMk id="16" creationId="{89DA463E-BB7B-0608-1798-29947236F246}"/>
          </ac:spMkLst>
        </pc:spChg>
        <pc:spChg chg="mod">
          <ac:chgData name="Tsung-Yu Liu" userId="218cff34-dbcd-48c0-8829-9f6d7d332c69" providerId="ADAL" clId="{6330400D-AF1B-40E7-AF55-D6A2F02EB2C9}" dt="2024-12-05T08:18:01.234" v="208" actId="1038"/>
          <ac:spMkLst>
            <pc:docMk/>
            <pc:sldMk cId="793363960" sldId="256"/>
            <ac:spMk id="17" creationId="{B952C422-FCC3-C082-133E-75FA57B9F195}"/>
          </ac:spMkLst>
        </pc:spChg>
        <pc:spChg chg="mod">
          <ac:chgData name="Tsung-Yu Liu" userId="218cff34-dbcd-48c0-8829-9f6d7d332c69" providerId="ADAL" clId="{6330400D-AF1B-40E7-AF55-D6A2F02EB2C9}" dt="2024-12-05T08:18:01.234" v="208" actId="1038"/>
          <ac:spMkLst>
            <pc:docMk/>
            <pc:sldMk cId="793363960" sldId="256"/>
            <ac:spMk id="18" creationId="{87CD947A-5C4B-F03B-9408-E376F8677DA8}"/>
          </ac:spMkLst>
        </pc:spChg>
        <pc:spChg chg="mod">
          <ac:chgData name="Tsung-Yu Liu" userId="218cff34-dbcd-48c0-8829-9f6d7d332c69" providerId="ADAL" clId="{6330400D-AF1B-40E7-AF55-D6A2F02EB2C9}" dt="2024-12-05T08:18:01.234" v="208" actId="1038"/>
          <ac:spMkLst>
            <pc:docMk/>
            <pc:sldMk cId="793363960" sldId="256"/>
            <ac:spMk id="19" creationId="{B1A81920-887D-21EB-089C-C876839B61F8}"/>
          </ac:spMkLst>
        </pc:spChg>
        <pc:spChg chg="mod">
          <ac:chgData name="Tsung-Yu Liu" userId="218cff34-dbcd-48c0-8829-9f6d7d332c69" providerId="ADAL" clId="{6330400D-AF1B-40E7-AF55-D6A2F02EB2C9}" dt="2024-12-05T08:18:01.234" v="208" actId="1038"/>
          <ac:spMkLst>
            <pc:docMk/>
            <pc:sldMk cId="793363960" sldId="256"/>
            <ac:spMk id="20" creationId="{4146297B-9C09-31C2-8032-247F1633D382}"/>
          </ac:spMkLst>
        </pc:spChg>
        <pc:spChg chg="mod">
          <ac:chgData name="Tsung-Yu Liu" userId="218cff34-dbcd-48c0-8829-9f6d7d332c69" providerId="ADAL" clId="{6330400D-AF1B-40E7-AF55-D6A2F02EB2C9}" dt="2024-12-05T08:18:01.234" v="208" actId="1038"/>
          <ac:spMkLst>
            <pc:docMk/>
            <pc:sldMk cId="793363960" sldId="256"/>
            <ac:spMk id="21" creationId="{91F5AE99-D5AB-923B-29D0-E3ED59DF1BA7}"/>
          </ac:spMkLst>
        </pc:spChg>
        <pc:spChg chg="mod">
          <ac:chgData name="Tsung-Yu Liu" userId="218cff34-dbcd-48c0-8829-9f6d7d332c69" providerId="ADAL" clId="{6330400D-AF1B-40E7-AF55-D6A2F02EB2C9}" dt="2024-12-05T08:18:01.234" v="208" actId="1038"/>
          <ac:spMkLst>
            <pc:docMk/>
            <pc:sldMk cId="793363960" sldId="256"/>
            <ac:spMk id="22" creationId="{B698D059-9F08-1AAA-DA94-75399BE56785}"/>
          </ac:spMkLst>
        </pc:spChg>
        <pc:spChg chg="mod">
          <ac:chgData name="Tsung-Yu Liu" userId="218cff34-dbcd-48c0-8829-9f6d7d332c69" providerId="ADAL" clId="{6330400D-AF1B-40E7-AF55-D6A2F02EB2C9}" dt="2024-12-05T08:18:01.234" v="208" actId="1038"/>
          <ac:spMkLst>
            <pc:docMk/>
            <pc:sldMk cId="793363960" sldId="256"/>
            <ac:spMk id="23" creationId="{A561171F-8DDB-F5CD-FA65-1FCC25935709}"/>
          </ac:spMkLst>
        </pc:spChg>
        <pc:spChg chg="mod">
          <ac:chgData name="Tsung-Yu Liu" userId="218cff34-dbcd-48c0-8829-9f6d7d332c69" providerId="ADAL" clId="{6330400D-AF1B-40E7-AF55-D6A2F02EB2C9}" dt="2024-12-05T08:18:01.234" v="208" actId="1038"/>
          <ac:spMkLst>
            <pc:docMk/>
            <pc:sldMk cId="793363960" sldId="256"/>
            <ac:spMk id="24" creationId="{2F0114F2-3D62-0BD8-958A-2160972124EE}"/>
          </ac:spMkLst>
        </pc:spChg>
        <pc:spChg chg="mod">
          <ac:chgData name="Tsung-Yu Liu" userId="218cff34-dbcd-48c0-8829-9f6d7d332c69" providerId="ADAL" clId="{6330400D-AF1B-40E7-AF55-D6A2F02EB2C9}" dt="2024-12-05T08:18:01.234" v="208" actId="1038"/>
          <ac:spMkLst>
            <pc:docMk/>
            <pc:sldMk cId="793363960" sldId="256"/>
            <ac:spMk id="32" creationId="{296ED693-0E45-9E9B-E8FC-1CEE0672C7DD}"/>
          </ac:spMkLst>
        </pc:spChg>
        <pc:spChg chg="mod">
          <ac:chgData name="Tsung-Yu Liu" userId="218cff34-dbcd-48c0-8829-9f6d7d332c69" providerId="ADAL" clId="{6330400D-AF1B-40E7-AF55-D6A2F02EB2C9}" dt="2024-12-05T08:18:01.234" v="208" actId="1038"/>
          <ac:spMkLst>
            <pc:docMk/>
            <pc:sldMk cId="793363960" sldId="256"/>
            <ac:spMk id="33" creationId="{BF623D6F-B4E8-DC20-58EB-CBF3917E1E91}"/>
          </ac:spMkLst>
        </pc:spChg>
        <pc:spChg chg="mod">
          <ac:chgData name="Tsung-Yu Liu" userId="218cff34-dbcd-48c0-8829-9f6d7d332c69" providerId="ADAL" clId="{6330400D-AF1B-40E7-AF55-D6A2F02EB2C9}" dt="2024-12-05T08:18:01.234" v="208" actId="1038"/>
          <ac:spMkLst>
            <pc:docMk/>
            <pc:sldMk cId="793363960" sldId="256"/>
            <ac:spMk id="36" creationId="{76DD46F2-50A2-2A51-F09E-5481040CA242}"/>
          </ac:spMkLst>
        </pc:spChg>
        <pc:spChg chg="mod">
          <ac:chgData name="Tsung-Yu Liu" userId="218cff34-dbcd-48c0-8829-9f6d7d332c69" providerId="ADAL" clId="{6330400D-AF1B-40E7-AF55-D6A2F02EB2C9}" dt="2024-12-05T08:18:01.234" v="208" actId="1038"/>
          <ac:spMkLst>
            <pc:docMk/>
            <pc:sldMk cId="793363960" sldId="256"/>
            <ac:spMk id="38" creationId="{96075F88-290D-67FA-2DC3-303966A91434}"/>
          </ac:spMkLst>
        </pc:spChg>
        <pc:spChg chg="mod">
          <ac:chgData name="Tsung-Yu Liu" userId="218cff34-dbcd-48c0-8829-9f6d7d332c69" providerId="ADAL" clId="{6330400D-AF1B-40E7-AF55-D6A2F02EB2C9}" dt="2024-12-05T08:18:01.234" v="208" actId="1038"/>
          <ac:spMkLst>
            <pc:docMk/>
            <pc:sldMk cId="793363960" sldId="256"/>
            <ac:spMk id="39" creationId="{5C76F50E-3316-8023-1954-0B546508CBF7}"/>
          </ac:spMkLst>
        </pc:spChg>
        <pc:spChg chg="mod">
          <ac:chgData name="Tsung-Yu Liu" userId="218cff34-dbcd-48c0-8829-9f6d7d332c69" providerId="ADAL" clId="{6330400D-AF1B-40E7-AF55-D6A2F02EB2C9}" dt="2024-12-05T08:18:01.234" v="208" actId="1038"/>
          <ac:spMkLst>
            <pc:docMk/>
            <pc:sldMk cId="793363960" sldId="256"/>
            <ac:spMk id="40" creationId="{F5AF1B9C-6279-4DDF-0970-44A8504F9FBA}"/>
          </ac:spMkLst>
        </pc:spChg>
        <pc:spChg chg="mod">
          <ac:chgData name="Tsung-Yu Liu" userId="218cff34-dbcd-48c0-8829-9f6d7d332c69" providerId="ADAL" clId="{6330400D-AF1B-40E7-AF55-D6A2F02EB2C9}" dt="2024-12-05T08:18:01.234" v="208" actId="1038"/>
          <ac:spMkLst>
            <pc:docMk/>
            <pc:sldMk cId="793363960" sldId="256"/>
            <ac:spMk id="41" creationId="{4D8BD387-0C0B-D0F0-4908-52ACB080E755}"/>
          </ac:spMkLst>
        </pc:spChg>
        <pc:spChg chg="mod">
          <ac:chgData name="Tsung-Yu Liu" userId="218cff34-dbcd-48c0-8829-9f6d7d332c69" providerId="ADAL" clId="{6330400D-AF1B-40E7-AF55-D6A2F02EB2C9}" dt="2024-12-05T08:18:01.234" v="208" actId="1038"/>
          <ac:spMkLst>
            <pc:docMk/>
            <pc:sldMk cId="793363960" sldId="256"/>
            <ac:spMk id="42" creationId="{71176195-EC35-E11D-4448-A6CCF4769DED}"/>
          </ac:spMkLst>
        </pc:spChg>
        <pc:spChg chg="mod">
          <ac:chgData name="Tsung-Yu Liu" userId="218cff34-dbcd-48c0-8829-9f6d7d332c69" providerId="ADAL" clId="{6330400D-AF1B-40E7-AF55-D6A2F02EB2C9}" dt="2024-12-05T08:18:01.234" v="208" actId="1038"/>
          <ac:spMkLst>
            <pc:docMk/>
            <pc:sldMk cId="793363960" sldId="256"/>
            <ac:spMk id="45" creationId="{94C23D1B-32A0-61B1-8953-DB84A9D85D70}"/>
          </ac:spMkLst>
        </pc:spChg>
        <pc:spChg chg="mod">
          <ac:chgData name="Tsung-Yu Liu" userId="218cff34-dbcd-48c0-8829-9f6d7d332c69" providerId="ADAL" clId="{6330400D-AF1B-40E7-AF55-D6A2F02EB2C9}" dt="2024-12-05T08:18:01.234" v="208" actId="1038"/>
          <ac:spMkLst>
            <pc:docMk/>
            <pc:sldMk cId="793363960" sldId="256"/>
            <ac:spMk id="46" creationId="{8D53D4CD-B957-746E-86CE-71C50321FB7D}"/>
          </ac:spMkLst>
        </pc:spChg>
        <pc:spChg chg="mod">
          <ac:chgData name="Tsung-Yu Liu" userId="218cff34-dbcd-48c0-8829-9f6d7d332c69" providerId="ADAL" clId="{6330400D-AF1B-40E7-AF55-D6A2F02EB2C9}" dt="2024-12-05T08:18:01.234" v="208" actId="1038"/>
          <ac:spMkLst>
            <pc:docMk/>
            <pc:sldMk cId="793363960" sldId="256"/>
            <ac:spMk id="47" creationId="{2B3CD8E7-98E7-9333-66E7-AEB975B8B089}"/>
          </ac:spMkLst>
        </pc:spChg>
        <pc:spChg chg="mod">
          <ac:chgData name="Tsung-Yu Liu" userId="218cff34-dbcd-48c0-8829-9f6d7d332c69" providerId="ADAL" clId="{6330400D-AF1B-40E7-AF55-D6A2F02EB2C9}" dt="2024-12-05T08:18:01.234" v="208" actId="1038"/>
          <ac:spMkLst>
            <pc:docMk/>
            <pc:sldMk cId="793363960" sldId="256"/>
            <ac:spMk id="55" creationId="{D90BE56A-0DAF-76EB-452A-9A0A8DE028EC}"/>
          </ac:spMkLst>
        </pc:spChg>
        <pc:spChg chg="mod">
          <ac:chgData name="Tsung-Yu Liu" userId="218cff34-dbcd-48c0-8829-9f6d7d332c69" providerId="ADAL" clId="{6330400D-AF1B-40E7-AF55-D6A2F02EB2C9}" dt="2024-12-05T08:18:01.234" v="208" actId="1038"/>
          <ac:spMkLst>
            <pc:docMk/>
            <pc:sldMk cId="793363960" sldId="256"/>
            <ac:spMk id="57" creationId="{AED63E6B-A2EE-10B4-F565-C7221DFE5E2A}"/>
          </ac:spMkLst>
        </pc:spChg>
        <pc:spChg chg="mod">
          <ac:chgData name="Tsung-Yu Liu" userId="218cff34-dbcd-48c0-8829-9f6d7d332c69" providerId="ADAL" clId="{6330400D-AF1B-40E7-AF55-D6A2F02EB2C9}" dt="2024-12-05T08:18:01.234" v="208" actId="1038"/>
          <ac:spMkLst>
            <pc:docMk/>
            <pc:sldMk cId="793363960" sldId="256"/>
            <ac:spMk id="58" creationId="{C1CF1816-F64E-0224-C47E-86A69E4FA3FF}"/>
          </ac:spMkLst>
        </pc:spChg>
        <pc:spChg chg="mod">
          <ac:chgData name="Tsung-Yu Liu" userId="218cff34-dbcd-48c0-8829-9f6d7d332c69" providerId="ADAL" clId="{6330400D-AF1B-40E7-AF55-D6A2F02EB2C9}" dt="2024-12-05T08:18:01.234" v="208" actId="1038"/>
          <ac:spMkLst>
            <pc:docMk/>
            <pc:sldMk cId="793363960" sldId="256"/>
            <ac:spMk id="59" creationId="{7AC966D4-ED54-FAA6-0365-494F6E3BE33C}"/>
          </ac:spMkLst>
        </pc:spChg>
        <pc:spChg chg="mod">
          <ac:chgData name="Tsung-Yu Liu" userId="218cff34-dbcd-48c0-8829-9f6d7d332c69" providerId="ADAL" clId="{6330400D-AF1B-40E7-AF55-D6A2F02EB2C9}" dt="2024-12-05T08:26:42.976" v="518" actId="207"/>
          <ac:spMkLst>
            <pc:docMk/>
            <pc:sldMk cId="793363960" sldId="256"/>
            <ac:spMk id="1050" creationId="{6B0CC57C-D432-B5E5-3A69-A145DA9BC888}"/>
          </ac:spMkLst>
        </pc:spChg>
        <pc:spChg chg="mod">
          <ac:chgData name="Tsung-Yu Liu" userId="218cff34-dbcd-48c0-8829-9f6d7d332c69" providerId="ADAL" clId="{6330400D-AF1B-40E7-AF55-D6A2F02EB2C9}" dt="2024-12-05T08:26:52.113" v="519" actId="207"/>
          <ac:spMkLst>
            <pc:docMk/>
            <pc:sldMk cId="793363960" sldId="256"/>
            <ac:spMk id="1051" creationId="{B9D10C49-7498-A224-14FA-237F811FE000}"/>
          </ac:spMkLst>
        </pc:spChg>
        <pc:spChg chg="mod">
          <ac:chgData name="Tsung-Yu Liu" userId="218cff34-dbcd-48c0-8829-9f6d7d332c69" providerId="ADAL" clId="{6330400D-AF1B-40E7-AF55-D6A2F02EB2C9}" dt="2024-12-05T08:27:00.115" v="520" actId="207"/>
          <ac:spMkLst>
            <pc:docMk/>
            <pc:sldMk cId="793363960" sldId="256"/>
            <ac:spMk id="1052" creationId="{1E7EE4AE-2F83-8460-D9B6-D7C4E5367603}"/>
          </ac:spMkLst>
        </pc:spChg>
        <pc:spChg chg="mod">
          <ac:chgData name="Tsung-Yu Liu" userId="218cff34-dbcd-48c0-8829-9f6d7d332c69" providerId="ADAL" clId="{6330400D-AF1B-40E7-AF55-D6A2F02EB2C9}" dt="2024-12-05T08:27:04.328" v="521" actId="207"/>
          <ac:spMkLst>
            <pc:docMk/>
            <pc:sldMk cId="793363960" sldId="256"/>
            <ac:spMk id="1053" creationId="{52B21AFA-DD94-DD9C-027A-0283B2EA5465}"/>
          </ac:spMkLst>
        </pc:spChg>
        <pc:spChg chg="mod">
          <ac:chgData name="Tsung-Yu Liu" userId="218cff34-dbcd-48c0-8829-9f6d7d332c69" providerId="ADAL" clId="{6330400D-AF1B-40E7-AF55-D6A2F02EB2C9}" dt="2024-12-05T08:18:01.234" v="208" actId="1038"/>
          <ac:spMkLst>
            <pc:docMk/>
            <pc:sldMk cId="793363960" sldId="256"/>
            <ac:spMk id="1064" creationId="{12648809-EAA3-967E-EE5D-48F944DCC0FE}"/>
          </ac:spMkLst>
        </pc:spChg>
        <pc:spChg chg="mod">
          <ac:chgData name="Tsung-Yu Liu" userId="218cff34-dbcd-48c0-8829-9f6d7d332c69" providerId="ADAL" clId="{6330400D-AF1B-40E7-AF55-D6A2F02EB2C9}" dt="2024-12-05T08:18:01.234" v="208" actId="1038"/>
          <ac:spMkLst>
            <pc:docMk/>
            <pc:sldMk cId="793363960" sldId="256"/>
            <ac:spMk id="1076" creationId="{5403C634-CBAC-5FA9-2949-E874D54B2309}"/>
          </ac:spMkLst>
        </pc:spChg>
        <pc:spChg chg="mod">
          <ac:chgData name="Tsung-Yu Liu" userId="218cff34-dbcd-48c0-8829-9f6d7d332c69" providerId="ADAL" clId="{6330400D-AF1B-40E7-AF55-D6A2F02EB2C9}" dt="2024-12-05T08:18:01.234" v="208" actId="1038"/>
          <ac:spMkLst>
            <pc:docMk/>
            <pc:sldMk cId="793363960" sldId="256"/>
            <ac:spMk id="1077" creationId="{0514698C-A524-1A54-45E2-08E2200A71E9}"/>
          </ac:spMkLst>
        </pc:spChg>
        <pc:spChg chg="mod">
          <ac:chgData name="Tsung-Yu Liu" userId="218cff34-dbcd-48c0-8829-9f6d7d332c69" providerId="ADAL" clId="{6330400D-AF1B-40E7-AF55-D6A2F02EB2C9}" dt="2024-12-05T08:18:01.234" v="208" actId="1038"/>
          <ac:spMkLst>
            <pc:docMk/>
            <pc:sldMk cId="793363960" sldId="256"/>
            <ac:spMk id="1078" creationId="{415CF130-9156-3263-180C-9B5CD43B8899}"/>
          </ac:spMkLst>
        </pc:spChg>
        <pc:spChg chg="mod">
          <ac:chgData name="Tsung-Yu Liu" userId="218cff34-dbcd-48c0-8829-9f6d7d332c69" providerId="ADAL" clId="{6330400D-AF1B-40E7-AF55-D6A2F02EB2C9}" dt="2024-12-05T08:18:01.234" v="208" actId="1038"/>
          <ac:spMkLst>
            <pc:docMk/>
            <pc:sldMk cId="793363960" sldId="256"/>
            <ac:spMk id="1080" creationId="{93B7A3DE-701A-DD2D-2EE5-78F641CEE3E5}"/>
          </ac:spMkLst>
        </pc:spChg>
        <pc:spChg chg="mod">
          <ac:chgData name="Tsung-Yu Liu" userId="218cff34-dbcd-48c0-8829-9f6d7d332c69" providerId="ADAL" clId="{6330400D-AF1B-40E7-AF55-D6A2F02EB2C9}" dt="2024-12-05T08:18:01.234" v="208" actId="1038"/>
          <ac:spMkLst>
            <pc:docMk/>
            <pc:sldMk cId="793363960" sldId="256"/>
            <ac:spMk id="1086" creationId="{6B0D3F5C-A10E-4BDC-B469-1B3CB4290A14}"/>
          </ac:spMkLst>
        </pc:spChg>
        <pc:spChg chg="mod">
          <ac:chgData name="Tsung-Yu Liu" userId="218cff34-dbcd-48c0-8829-9f6d7d332c69" providerId="ADAL" clId="{6330400D-AF1B-40E7-AF55-D6A2F02EB2C9}" dt="2024-12-05T08:18:01.234" v="208" actId="1038"/>
          <ac:spMkLst>
            <pc:docMk/>
            <pc:sldMk cId="793363960" sldId="256"/>
            <ac:spMk id="1087" creationId="{333C489E-FB05-F05A-EEB4-E985F7DBABDB}"/>
          </ac:spMkLst>
        </pc:spChg>
        <pc:spChg chg="mod">
          <ac:chgData name="Tsung-Yu Liu" userId="218cff34-dbcd-48c0-8829-9f6d7d332c69" providerId="ADAL" clId="{6330400D-AF1B-40E7-AF55-D6A2F02EB2C9}" dt="2024-12-05T08:18:01.234" v="208" actId="1038"/>
          <ac:spMkLst>
            <pc:docMk/>
            <pc:sldMk cId="793363960" sldId="256"/>
            <ac:spMk id="1088" creationId="{DCEA5D69-05CB-E939-38A5-7A2815237E0F}"/>
          </ac:spMkLst>
        </pc:spChg>
        <pc:spChg chg="mod">
          <ac:chgData name="Tsung-Yu Liu" userId="218cff34-dbcd-48c0-8829-9f6d7d332c69" providerId="ADAL" clId="{6330400D-AF1B-40E7-AF55-D6A2F02EB2C9}" dt="2024-12-05T08:18:01.234" v="208" actId="1038"/>
          <ac:spMkLst>
            <pc:docMk/>
            <pc:sldMk cId="793363960" sldId="256"/>
            <ac:spMk id="1089" creationId="{547461B8-C84A-9D28-5D48-C3AAAF47A76B}"/>
          </ac:spMkLst>
        </pc:spChg>
        <pc:spChg chg="mod">
          <ac:chgData name="Tsung-Yu Liu" userId="218cff34-dbcd-48c0-8829-9f6d7d332c69" providerId="ADAL" clId="{6330400D-AF1B-40E7-AF55-D6A2F02EB2C9}" dt="2024-12-05T08:18:01.234" v="208" actId="1038"/>
          <ac:spMkLst>
            <pc:docMk/>
            <pc:sldMk cId="793363960" sldId="256"/>
            <ac:spMk id="1090" creationId="{5D068255-F602-5A7B-F4FE-01AC4315D5A4}"/>
          </ac:spMkLst>
        </pc:spChg>
        <pc:spChg chg="mod">
          <ac:chgData name="Tsung-Yu Liu" userId="218cff34-dbcd-48c0-8829-9f6d7d332c69" providerId="ADAL" clId="{6330400D-AF1B-40E7-AF55-D6A2F02EB2C9}" dt="2024-12-05T08:18:01.234" v="208" actId="1038"/>
          <ac:spMkLst>
            <pc:docMk/>
            <pc:sldMk cId="793363960" sldId="256"/>
            <ac:spMk id="1091" creationId="{7BD16D41-3771-AE64-52DA-134FF6D32507}"/>
          </ac:spMkLst>
        </pc:spChg>
        <pc:spChg chg="mod">
          <ac:chgData name="Tsung-Yu Liu" userId="218cff34-dbcd-48c0-8829-9f6d7d332c69" providerId="ADAL" clId="{6330400D-AF1B-40E7-AF55-D6A2F02EB2C9}" dt="2024-12-05T08:18:01.234" v="208" actId="1038"/>
          <ac:spMkLst>
            <pc:docMk/>
            <pc:sldMk cId="793363960" sldId="256"/>
            <ac:spMk id="1092" creationId="{E021A4DB-CDBA-5218-5D16-A6FB23561FC9}"/>
          </ac:spMkLst>
        </pc:spChg>
        <pc:spChg chg="mod">
          <ac:chgData name="Tsung-Yu Liu" userId="218cff34-dbcd-48c0-8829-9f6d7d332c69" providerId="ADAL" clId="{6330400D-AF1B-40E7-AF55-D6A2F02EB2C9}" dt="2024-12-05T08:18:01.234" v="208" actId="1038"/>
          <ac:spMkLst>
            <pc:docMk/>
            <pc:sldMk cId="793363960" sldId="256"/>
            <ac:spMk id="1093" creationId="{A8683A24-FB08-CBE6-B5B3-891C6C975179}"/>
          </ac:spMkLst>
        </pc:spChg>
        <pc:spChg chg="mod">
          <ac:chgData name="Tsung-Yu Liu" userId="218cff34-dbcd-48c0-8829-9f6d7d332c69" providerId="ADAL" clId="{6330400D-AF1B-40E7-AF55-D6A2F02EB2C9}" dt="2024-12-05T08:18:01.234" v="208" actId="1038"/>
          <ac:spMkLst>
            <pc:docMk/>
            <pc:sldMk cId="793363960" sldId="256"/>
            <ac:spMk id="1094" creationId="{3F804CDF-FD2D-0DD3-B73D-1788807A19E8}"/>
          </ac:spMkLst>
        </pc:spChg>
        <pc:spChg chg="mod">
          <ac:chgData name="Tsung-Yu Liu" userId="218cff34-dbcd-48c0-8829-9f6d7d332c69" providerId="ADAL" clId="{6330400D-AF1B-40E7-AF55-D6A2F02EB2C9}" dt="2024-12-05T08:18:01.234" v="208" actId="1038"/>
          <ac:spMkLst>
            <pc:docMk/>
            <pc:sldMk cId="793363960" sldId="256"/>
            <ac:spMk id="1095" creationId="{05073B62-139E-11B9-94D1-59AD76278605}"/>
          </ac:spMkLst>
        </pc:spChg>
        <pc:spChg chg="mod">
          <ac:chgData name="Tsung-Yu Liu" userId="218cff34-dbcd-48c0-8829-9f6d7d332c69" providerId="ADAL" clId="{6330400D-AF1B-40E7-AF55-D6A2F02EB2C9}" dt="2024-12-05T08:18:01.234" v="208" actId="1038"/>
          <ac:spMkLst>
            <pc:docMk/>
            <pc:sldMk cId="793363960" sldId="256"/>
            <ac:spMk id="1096" creationId="{F720FB66-B42D-6E12-9A0A-7EBD19C91236}"/>
          </ac:spMkLst>
        </pc:spChg>
        <pc:spChg chg="mod">
          <ac:chgData name="Tsung-Yu Liu" userId="218cff34-dbcd-48c0-8829-9f6d7d332c69" providerId="ADAL" clId="{6330400D-AF1B-40E7-AF55-D6A2F02EB2C9}" dt="2024-12-05T08:18:01.234" v="208" actId="1038"/>
          <ac:spMkLst>
            <pc:docMk/>
            <pc:sldMk cId="793363960" sldId="256"/>
            <ac:spMk id="1097" creationId="{F6FFC368-88E0-A8CE-C89D-32753F130F01}"/>
          </ac:spMkLst>
        </pc:spChg>
        <pc:spChg chg="mod">
          <ac:chgData name="Tsung-Yu Liu" userId="218cff34-dbcd-48c0-8829-9f6d7d332c69" providerId="ADAL" clId="{6330400D-AF1B-40E7-AF55-D6A2F02EB2C9}" dt="2024-12-05T08:32:23.618" v="544" actId="207"/>
          <ac:spMkLst>
            <pc:docMk/>
            <pc:sldMk cId="793363960" sldId="256"/>
            <ac:spMk id="1100" creationId="{8E2BCC5B-4379-7817-0E61-35FBF13A7F60}"/>
          </ac:spMkLst>
        </pc:spChg>
        <pc:spChg chg="mod">
          <ac:chgData name="Tsung-Yu Liu" userId="218cff34-dbcd-48c0-8829-9f6d7d332c69" providerId="ADAL" clId="{6330400D-AF1B-40E7-AF55-D6A2F02EB2C9}" dt="2024-12-05T08:32:15.723" v="543" actId="207"/>
          <ac:spMkLst>
            <pc:docMk/>
            <pc:sldMk cId="793363960" sldId="256"/>
            <ac:spMk id="1101" creationId="{57EA5228-7F92-4F1E-2519-19F836F0DC25}"/>
          </ac:spMkLst>
        </pc:spChg>
        <pc:spChg chg="mod">
          <ac:chgData name="Tsung-Yu Liu" userId="218cff34-dbcd-48c0-8829-9f6d7d332c69" providerId="ADAL" clId="{6330400D-AF1B-40E7-AF55-D6A2F02EB2C9}" dt="2024-12-05T08:18:01.234" v="208" actId="1038"/>
          <ac:spMkLst>
            <pc:docMk/>
            <pc:sldMk cId="793363960" sldId="256"/>
            <ac:spMk id="1102" creationId="{BC76A121-23F8-ACA1-E3E6-7C41A5E452A9}"/>
          </ac:spMkLst>
        </pc:spChg>
        <pc:spChg chg="mod">
          <ac:chgData name="Tsung-Yu Liu" userId="218cff34-dbcd-48c0-8829-9f6d7d332c69" providerId="ADAL" clId="{6330400D-AF1B-40E7-AF55-D6A2F02EB2C9}" dt="2024-12-05T08:27:20.467" v="522" actId="207"/>
          <ac:spMkLst>
            <pc:docMk/>
            <pc:sldMk cId="793363960" sldId="256"/>
            <ac:spMk id="1103" creationId="{BDA671A3-824D-0D37-A466-50FCB5E69EF6}"/>
          </ac:spMkLst>
        </pc:spChg>
        <pc:spChg chg="mod">
          <ac:chgData name="Tsung-Yu Liu" userId="218cff34-dbcd-48c0-8829-9f6d7d332c69" providerId="ADAL" clId="{6330400D-AF1B-40E7-AF55-D6A2F02EB2C9}" dt="2024-12-05T08:27:26.978" v="523" actId="207"/>
          <ac:spMkLst>
            <pc:docMk/>
            <pc:sldMk cId="793363960" sldId="256"/>
            <ac:spMk id="1104" creationId="{48D42C8A-7A71-8468-0E36-499EC3E094E1}"/>
          </ac:spMkLst>
        </pc:spChg>
        <pc:spChg chg="mod">
          <ac:chgData name="Tsung-Yu Liu" userId="218cff34-dbcd-48c0-8829-9f6d7d332c69" providerId="ADAL" clId="{6330400D-AF1B-40E7-AF55-D6A2F02EB2C9}" dt="2024-12-05T08:27:34.104" v="524" actId="207"/>
          <ac:spMkLst>
            <pc:docMk/>
            <pc:sldMk cId="793363960" sldId="256"/>
            <ac:spMk id="1105" creationId="{9F58CEE3-26CC-B4A7-5417-DBF60E37031F}"/>
          </ac:spMkLst>
        </pc:spChg>
        <pc:spChg chg="mod">
          <ac:chgData name="Tsung-Yu Liu" userId="218cff34-dbcd-48c0-8829-9f6d7d332c69" providerId="ADAL" clId="{6330400D-AF1B-40E7-AF55-D6A2F02EB2C9}" dt="2024-12-05T08:27:37.755" v="525" actId="207"/>
          <ac:spMkLst>
            <pc:docMk/>
            <pc:sldMk cId="793363960" sldId="256"/>
            <ac:spMk id="1106" creationId="{769FE7FF-74A9-6C61-E183-FEAD8E3BB23D}"/>
          </ac:spMkLst>
        </pc:spChg>
        <pc:spChg chg="mod">
          <ac:chgData name="Tsung-Yu Liu" userId="218cff34-dbcd-48c0-8829-9f6d7d332c69" providerId="ADAL" clId="{6330400D-AF1B-40E7-AF55-D6A2F02EB2C9}" dt="2024-12-05T08:27:45.670" v="526" actId="207"/>
          <ac:spMkLst>
            <pc:docMk/>
            <pc:sldMk cId="793363960" sldId="256"/>
            <ac:spMk id="1107" creationId="{158FFFAD-3007-023E-FF1C-7F1EDE3D16FA}"/>
          </ac:spMkLst>
        </pc:spChg>
        <pc:spChg chg="mod">
          <ac:chgData name="Tsung-Yu Liu" userId="218cff34-dbcd-48c0-8829-9f6d7d332c69" providerId="ADAL" clId="{6330400D-AF1B-40E7-AF55-D6A2F02EB2C9}" dt="2024-12-05T08:27:53.418" v="527" actId="207"/>
          <ac:spMkLst>
            <pc:docMk/>
            <pc:sldMk cId="793363960" sldId="256"/>
            <ac:spMk id="1108" creationId="{76BFBF5B-A795-50E3-E1FA-83923CD24A82}"/>
          </ac:spMkLst>
        </pc:spChg>
        <pc:spChg chg="mod">
          <ac:chgData name="Tsung-Yu Liu" userId="218cff34-dbcd-48c0-8829-9f6d7d332c69" providerId="ADAL" clId="{6330400D-AF1B-40E7-AF55-D6A2F02EB2C9}" dt="2024-12-05T08:27:56.940" v="528" actId="207"/>
          <ac:spMkLst>
            <pc:docMk/>
            <pc:sldMk cId="793363960" sldId="256"/>
            <ac:spMk id="1109" creationId="{0F6A2C5A-056F-40EB-F447-A2C5EED14EA8}"/>
          </ac:spMkLst>
        </pc:spChg>
        <pc:spChg chg="mod">
          <ac:chgData name="Tsung-Yu Liu" userId="218cff34-dbcd-48c0-8829-9f6d7d332c69" providerId="ADAL" clId="{6330400D-AF1B-40E7-AF55-D6A2F02EB2C9}" dt="2024-12-05T08:28:01.416" v="529" actId="207"/>
          <ac:spMkLst>
            <pc:docMk/>
            <pc:sldMk cId="793363960" sldId="256"/>
            <ac:spMk id="1110" creationId="{2335A5C6-AB38-1130-DF26-735298F46775}"/>
          </ac:spMkLst>
        </pc:spChg>
        <pc:spChg chg="mod">
          <ac:chgData name="Tsung-Yu Liu" userId="218cff34-dbcd-48c0-8829-9f6d7d332c69" providerId="ADAL" clId="{6330400D-AF1B-40E7-AF55-D6A2F02EB2C9}" dt="2024-12-05T08:18:01.234" v="208" actId="1038"/>
          <ac:spMkLst>
            <pc:docMk/>
            <pc:sldMk cId="793363960" sldId="256"/>
            <ac:spMk id="1111" creationId="{5A7B9181-45CE-AD1A-14A6-F6FBF5BBE8EA}"/>
          </ac:spMkLst>
        </pc:spChg>
        <pc:spChg chg="mod">
          <ac:chgData name="Tsung-Yu Liu" userId="218cff34-dbcd-48c0-8829-9f6d7d332c69" providerId="ADAL" clId="{6330400D-AF1B-40E7-AF55-D6A2F02EB2C9}" dt="2024-12-05T08:18:01.234" v="208" actId="1038"/>
          <ac:spMkLst>
            <pc:docMk/>
            <pc:sldMk cId="793363960" sldId="256"/>
            <ac:spMk id="1114" creationId="{DD0DEC98-A0C4-EE6C-679B-89534658BCC4}"/>
          </ac:spMkLst>
        </pc:spChg>
        <pc:spChg chg="mod">
          <ac:chgData name="Tsung-Yu Liu" userId="218cff34-dbcd-48c0-8829-9f6d7d332c69" providerId="ADAL" clId="{6330400D-AF1B-40E7-AF55-D6A2F02EB2C9}" dt="2024-12-05T08:18:01.234" v="208" actId="1038"/>
          <ac:spMkLst>
            <pc:docMk/>
            <pc:sldMk cId="793363960" sldId="256"/>
            <ac:spMk id="1115" creationId="{89FEA3CE-0C0A-384B-FB45-057182C829DD}"/>
          </ac:spMkLst>
        </pc:spChg>
        <pc:spChg chg="mod">
          <ac:chgData name="Tsung-Yu Liu" userId="218cff34-dbcd-48c0-8829-9f6d7d332c69" providerId="ADAL" clId="{6330400D-AF1B-40E7-AF55-D6A2F02EB2C9}" dt="2024-12-05T08:18:01.234" v="208" actId="1038"/>
          <ac:spMkLst>
            <pc:docMk/>
            <pc:sldMk cId="793363960" sldId="256"/>
            <ac:spMk id="1116" creationId="{49D5115C-8695-012B-57F5-67B0A924D9AC}"/>
          </ac:spMkLst>
        </pc:spChg>
        <pc:spChg chg="add mod">
          <ac:chgData name="Tsung-Yu Liu" userId="218cff34-dbcd-48c0-8829-9f6d7d332c69" providerId="ADAL" clId="{6330400D-AF1B-40E7-AF55-D6A2F02EB2C9}" dt="2024-12-05T16:02:12.520" v="560" actId="20577"/>
          <ac:spMkLst>
            <pc:docMk/>
            <pc:sldMk cId="793363960" sldId="256"/>
            <ac:spMk id="1117" creationId="{31B0B92C-D707-7F5A-A597-5B3D21664BB1}"/>
          </ac:spMkLst>
        </pc:spChg>
        <pc:spChg chg="add mod">
          <ac:chgData name="Tsung-Yu Liu" userId="218cff34-dbcd-48c0-8829-9f6d7d332c69" providerId="ADAL" clId="{6330400D-AF1B-40E7-AF55-D6A2F02EB2C9}" dt="2024-12-05T08:19:45.167" v="238" actId="1076"/>
          <ac:spMkLst>
            <pc:docMk/>
            <pc:sldMk cId="793363960" sldId="256"/>
            <ac:spMk id="1118" creationId="{4D16FE3C-3197-1E5D-7DB7-8A01F136D746}"/>
          </ac:spMkLst>
        </pc:spChg>
        <pc:spChg chg="add mod">
          <ac:chgData name="Tsung-Yu Liu" userId="218cff34-dbcd-48c0-8829-9f6d7d332c69" providerId="ADAL" clId="{6330400D-AF1B-40E7-AF55-D6A2F02EB2C9}" dt="2024-12-05T16:03:40.932" v="568" actId="948"/>
          <ac:spMkLst>
            <pc:docMk/>
            <pc:sldMk cId="793363960" sldId="256"/>
            <ac:spMk id="1119" creationId="{73CE4CBA-5808-0BED-88AE-3A9A941EF797}"/>
          </ac:spMkLst>
        </pc:spChg>
        <pc:spChg chg="add">
          <ac:chgData name="Tsung-Yu Liu" userId="218cff34-dbcd-48c0-8829-9f6d7d332c69" providerId="ADAL" clId="{6330400D-AF1B-40E7-AF55-D6A2F02EB2C9}" dt="2024-12-05T08:19:14.125" v="234"/>
          <ac:spMkLst>
            <pc:docMk/>
            <pc:sldMk cId="793363960" sldId="256"/>
            <ac:spMk id="1120" creationId="{F2A8BC24-92CA-3544-C141-0F26E587F470}"/>
          </ac:spMkLst>
        </pc:spChg>
        <pc:graphicFrameChg chg="mod">
          <ac:chgData name="Tsung-Yu Liu" userId="218cff34-dbcd-48c0-8829-9f6d7d332c69" providerId="ADAL" clId="{6330400D-AF1B-40E7-AF55-D6A2F02EB2C9}" dt="2024-12-05T08:18:01.234" v="208" actId="1038"/>
          <ac:graphicFrameMkLst>
            <pc:docMk/>
            <pc:sldMk cId="793363960" sldId="256"/>
            <ac:graphicFrameMk id="31" creationId="{413EC4E0-C1AB-0AF4-0CC8-02B81DD4098D}"/>
          </ac:graphicFrameMkLst>
        </pc:graphicFrameChg>
        <pc:cxnChg chg="mod">
          <ac:chgData name="Tsung-Yu Liu" userId="218cff34-dbcd-48c0-8829-9f6d7d332c69" providerId="ADAL" clId="{6330400D-AF1B-40E7-AF55-D6A2F02EB2C9}" dt="2024-12-05T08:18:01.234" v="208" actId="1038"/>
          <ac:cxnSpMkLst>
            <pc:docMk/>
            <pc:sldMk cId="793363960" sldId="256"/>
            <ac:cxnSpMk id="29" creationId="{9218DE13-0236-DFB6-B278-DF82CCF609EB}"/>
          </ac:cxnSpMkLst>
        </pc:cxnChg>
        <pc:cxnChg chg="mod">
          <ac:chgData name="Tsung-Yu Liu" userId="218cff34-dbcd-48c0-8829-9f6d7d332c69" providerId="ADAL" clId="{6330400D-AF1B-40E7-AF55-D6A2F02EB2C9}" dt="2024-12-05T08:18:01.234" v="208" actId="1038"/>
          <ac:cxnSpMkLst>
            <pc:docMk/>
            <pc:sldMk cId="793363960" sldId="256"/>
            <ac:cxnSpMk id="44" creationId="{18A3A426-1DA0-48D8-2A37-4CE1D9230EC6}"/>
          </ac:cxnSpMkLst>
        </pc:cxnChg>
        <pc:cxnChg chg="mod">
          <ac:chgData name="Tsung-Yu Liu" userId="218cff34-dbcd-48c0-8829-9f6d7d332c69" providerId="ADAL" clId="{6330400D-AF1B-40E7-AF55-D6A2F02EB2C9}" dt="2024-12-05T08:18:01.234" v="208" actId="1038"/>
          <ac:cxnSpMkLst>
            <pc:docMk/>
            <pc:sldMk cId="793363960" sldId="256"/>
            <ac:cxnSpMk id="50" creationId="{CC20422A-3DED-C9A5-AE17-E2523F8EF5B0}"/>
          </ac:cxnSpMkLst>
        </pc:cxnChg>
        <pc:cxnChg chg="mod">
          <ac:chgData name="Tsung-Yu Liu" userId="218cff34-dbcd-48c0-8829-9f6d7d332c69" providerId="ADAL" clId="{6330400D-AF1B-40E7-AF55-D6A2F02EB2C9}" dt="2024-12-05T08:18:01.234" v="208" actId="1038"/>
          <ac:cxnSpMkLst>
            <pc:docMk/>
            <pc:sldMk cId="793363960" sldId="256"/>
            <ac:cxnSpMk id="52" creationId="{D5BAB14F-577C-8001-035B-8ECBE942BB4A}"/>
          </ac:cxnSpMkLst>
        </pc:cxnChg>
        <pc:cxnChg chg="mod">
          <ac:chgData name="Tsung-Yu Liu" userId="218cff34-dbcd-48c0-8829-9f6d7d332c69" providerId="ADAL" clId="{6330400D-AF1B-40E7-AF55-D6A2F02EB2C9}" dt="2024-12-05T08:18:01.234" v="208" actId="1038"/>
          <ac:cxnSpMkLst>
            <pc:docMk/>
            <pc:sldMk cId="793363960" sldId="256"/>
            <ac:cxnSpMk id="54" creationId="{33E4A9E5-5DC3-5DEF-E5D2-55D13DB7E635}"/>
          </ac:cxnSpMkLst>
        </pc:cxnChg>
        <pc:cxnChg chg="mod">
          <ac:chgData name="Tsung-Yu Liu" userId="218cff34-dbcd-48c0-8829-9f6d7d332c69" providerId="ADAL" clId="{6330400D-AF1B-40E7-AF55-D6A2F02EB2C9}" dt="2024-12-05T08:18:01.234" v="208" actId="1038"/>
          <ac:cxnSpMkLst>
            <pc:docMk/>
            <pc:sldMk cId="793363960" sldId="256"/>
            <ac:cxnSpMk id="61" creationId="{1D372B11-ADB9-499C-B03E-92C3AFF76ED4}"/>
          </ac:cxnSpMkLst>
        </pc:cxnChg>
        <pc:cxnChg chg="mod">
          <ac:chgData name="Tsung-Yu Liu" userId="218cff34-dbcd-48c0-8829-9f6d7d332c69" providerId="ADAL" clId="{6330400D-AF1B-40E7-AF55-D6A2F02EB2C9}" dt="2024-12-05T08:18:01.234" v="208" actId="1038"/>
          <ac:cxnSpMkLst>
            <pc:docMk/>
            <pc:sldMk cId="793363960" sldId="256"/>
            <ac:cxnSpMk id="63" creationId="{430E9DC9-C848-63AF-EEBF-2200C02AC818}"/>
          </ac:cxnSpMkLst>
        </pc:cxnChg>
        <pc:cxnChg chg="mod">
          <ac:chgData name="Tsung-Yu Liu" userId="218cff34-dbcd-48c0-8829-9f6d7d332c69" providerId="ADAL" clId="{6330400D-AF1B-40E7-AF55-D6A2F02EB2C9}" dt="2024-12-05T08:18:01.234" v="208" actId="1038"/>
          <ac:cxnSpMkLst>
            <pc:docMk/>
            <pc:sldMk cId="793363960" sldId="256"/>
            <ac:cxnSpMk id="1025" creationId="{9A631D42-B55B-C771-319D-FF0AC0BF1787}"/>
          </ac:cxnSpMkLst>
        </pc:cxnChg>
        <pc:cxnChg chg="mod">
          <ac:chgData name="Tsung-Yu Liu" userId="218cff34-dbcd-48c0-8829-9f6d7d332c69" providerId="ADAL" clId="{6330400D-AF1B-40E7-AF55-D6A2F02EB2C9}" dt="2024-12-05T08:18:01.234" v="208" actId="1038"/>
          <ac:cxnSpMkLst>
            <pc:docMk/>
            <pc:sldMk cId="793363960" sldId="256"/>
            <ac:cxnSpMk id="1028" creationId="{6D8CA660-544C-A151-1634-35C9D83DF753}"/>
          </ac:cxnSpMkLst>
        </pc:cxnChg>
        <pc:cxnChg chg="mod">
          <ac:chgData name="Tsung-Yu Liu" userId="218cff34-dbcd-48c0-8829-9f6d7d332c69" providerId="ADAL" clId="{6330400D-AF1B-40E7-AF55-D6A2F02EB2C9}" dt="2024-12-05T08:18:01.234" v="208" actId="1038"/>
          <ac:cxnSpMkLst>
            <pc:docMk/>
            <pc:sldMk cId="793363960" sldId="256"/>
            <ac:cxnSpMk id="1030" creationId="{1D3A8693-898C-BDE6-A1F9-DEFBD76E34FE}"/>
          </ac:cxnSpMkLst>
        </pc:cxnChg>
        <pc:cxnChg chg="mod">
          <ac:chgData name="Tsung-Yu Liu" userId="218cff34-dbcd-48c0-8829-9f6d7d332c69" providerId="ADAL" clId="{6330400D-AF1B-40E7-AF55-D6A2F02EB2C9}" dt="2024-12-05T08:18:01.234" v="208" actId="1038"/>
          <ac:cxnSpMkLst>
            <pc:docMk/>
            <pc:sldMk cId="793363960" sldId="256"/>
            <ac:cxnSpMk id="1032" creationId="{19D26285-D6DD-AC2B-FE64-77FD5FBEC20F}"/>
          </ac:cxnSpMkLst>
        </pc:cxnChg>
        <pc:cxnChg chg="mod">
          <ac:chgData name="Tsung-Yu Liu" userId="218cff34-dbcd-48c0-8829-9f6d7d332c69" providerId="ADAL" clId="{6330400D-AF1B-40E7-AF55-D6A2F02EB2C9}" dt="2024-12-05T08:18:01.234" v="208" actId="1038"/>
          <ac:cxnSpMkLst>
            <pc:docMk/>
            <pc:sldMk cId="793363960" sldId="256"/>
            <ac:cxnSpMk id="1038" creationId="{0C3927D8-450D-C638-ECD5-25DF7BA31F24}"/>
          </ac:cxnSpMkLst>
        </pc:cxnChg>
        <pc:cxnChg chg="mod">
          <ac:chgData name="Tsung-Yu Liu" userId="218cff34-dbcd-48c0-8829-9f6d7d332c69" providerId="ADAL" clId="{6330400D-AF1B-40E7-AF55-D6A2F02EB2C9}" dt="2024-12-05T08:18:01.234" v="208" actId="1038"/>
          <ac:cxnSpMkLst>
            <pc:docMk/>
            <pc:sldMk cId="793363960" sldId="256"/>
            <ac:cxnSpMk id="1040" creationId="{AD882F6D-8144-4C59-2CAA-64C3259967D6}"/>
          </ac:cxnSpMkLst>
        </pc:cxnChg>
        <pc:cxnChg chg="mod">
          <ac:chgData name="Tsung-Yu Liu" userId="218cff34-dbcd-48c0-8829-9f6d7d332c69" providerId="ADAL" clId="{6330400D-AF1B-40E7-AF55-D6A2F02EB2C9}" dt="2024-12-05T08:18:01.234" v="208" actId="1038"/>
          <ac:cxnSpMkLst>
            <pc:docMk/>
            <pc:sldMk cId="793363960" sldId="256"/>
            <ac:cxnSpMk id="1042" creationId="{4442BB22-D378-D8AD-1216-805A3C4B7F0A}"/>
          </ac:cxnSpMkLst>
        </pc:cxnChg>
        <pc:cxnChg chg="mod">
          <ac:chgData name="Tsung-Yu Liu" userId="218cff34-dbcd-48c0-8829-9f6d7d332c69" providerId="ADAL" clId="{6330400D-AF1B-40E7-AF55-D6A2F02EB2C9}" dt="2024-12-05T08:18:01.234" v="208" actId="1038"/>
          <ac:cxnSpMkLst>
            <pc:docMk/>
            <pc:sldMk cId="793363960" sldId="256"/>
            <ac:cxnSpMk id="1044" creationId="{2DA60DD2-3E91-34E2-BB6C-FC9CB3551C5C}"/>
          </ac:cxnSpMkLst>
        </pc:cxnChg>
        <pc:cxnChg chg="mod">
          <ac:chgData name="Tsung-Yu Liu" userId="218cff34-dbcd-48c0-8829-9f6d7d332c69" providerId="ADAL" clId="{6330400D-AF1B-40E7-AF55-D6A2F02EB2C9}" dt="2024-12-05T08:18:01.234" v="208" actId="1038"/>
          <ac:cxnSpMkLst>
            <pc:docMk/>
            <pc:sldMk cId="793363960" sldId="256"/>
            <ac:cxnSpMk id="1046" creationId="{BF638A2B-25F5-AE40-F502-47B1ECCBE1D5}"/>
          </ac:cxnSpMkLst>
        </pc:cxnChg>
        <pc:cxnChg chg="mod">
          <ac:chgData name="Tsung-Yu Liu" userId="218cff34-dbcd-48c0-8829-9f6d7d332c69" providerId="ADAL" clId="{6330400D-AF1B-40E7-AF55-D6A2F02EB2C9}" dt="2024-12-05T08:18:01.234" v="208" actId="1038"/>
          <ac:cxnSpMkLst>
            <pc:docMk/>
            <pc:sldMk cId="793363960" sldId="256"/>
            <ac:cxnSpMk id="1049" creationId="{6CEB24BD-3A63-F62A-4AF8-DF00212B78E8}"/>
          </ac:cxnSpMkLst>
        </pc:cxnChg>
        <pc:cxnChg chg="mod">
          <ac:chgData name="Tsung-Yu Liu" userId="218cff34-dbcd-48c0-8829-9f6d7d332c69" providerId="ADAL" clId="{6330400D-AF1B-40E7-AF55-D6A2F02EB2C9}" dt="2024-12-05T08:18:01.234" v="208" actId="1038"/>
          <ac:cxnSpMkLst>
            <pc:docMk/>
            <pc:sldMk cId="793363960" sldId="256"/>
            <ac:cxnSpMk id="1058" creationId="{462B73A6-206D-4B40-33BE-7CAB33FB0F11}"/>
          </ac:cxnSpMkLst>
        </pc:cxnChg>
        <pc:cxnChg chg="mod">
          <ac:chgData name="Tsung-Yu Liu" userId="218cff34-dbcd-48c0-8829-9f6d7d332c69" providerId="ADAL" clId="{6330400D-AF1B-40E7-AF55-D6A2F02EB2C9}" dt="2024-12-05T08:18:01.234" v="208" actId="1038"/>
          <ac:cxnSpMkLst>
            <pc:docMk/>
            <pc:sldMk cId="793363960" sldId="256"/>
            <ac:cxnSpMk id="1061" creationId="{E058AF5F-CC9A-ECC9-F536-C2A64F9F606D}"/>
          </ac:cxnSpMkLst>
        </pc:cxnChg>
        <pc:cxnChg chg="mod">
          <ac:chgData name="Tsung-Yu Liu" userId="218cff34-dbcd-48c0-8829-9f6d7d332c69" providerId="ADAL" clId="{6330400D-AF1B-40E7-AF55-D6A2F02EB2C9}" dt="2024-12-05T08:18:01.234" v="208" actId="1038"/>
          <ac:cxnSpMkLst>
            <pc:docMk/>
            <pc:sldMk cId="793363960" sldId="256"/>
            <ac:cxnSpMk id="1066" creationId="{6065BC73-A3A2-63FA-F8A4-9717EEA7BE41}"/>
          </ac:cxnSpMkLst>
        </pc:cxnChg>
        <pc:cxnChg chg="mod">
          <ac:chgData name="Tsung-Yu Liu" userId="218cff34-dbcd-48c0-8829-9f6d7d332c69" providerId="ADAL" clId="{6330400D-AF1B-40E7-AF55-D6A2F02EB2C9}" dt="2024-12-05T08:18:01.234" v="208" actId="1038"/>
          <ac:cxnSpMkLst>
            <pc:docMk/>
            <pc:sldMk cId="793363960" sldId="256"/>
            <ac:cxnSpMk id="1068" creationId="{C000CFD6-EF86-5074-D7B9-272512B8D151}"/>
          </ac:cxnSpMkLst>
        </pc:cxnChg>
        <pc:cxnChg chg="mod">
          <ac:chgData name="Tsung-Yu Liu" userId="218cff34-dbcd-48c0-8829-9f6d7d332c69" providerId="ADAL" clId="{6330400D-AF1B-40E7-AF55-D6A2F02EB2C9}" dt="2024-12-05T08:18:01.234" v="208" actId="1038"/>
          <ac:cxnSpMkLst>
            <pc:docMk/>
            <pc:sldMk cId="793363960" sldId="256"/>
            <ac:cxnSpMk id="1069" creationId="{2AAFCA1F-3A65-F369-299A-476FA6EA8A8F}"/>
          </ac:cxnSpMkLst>
        </pc:cxnChg>
        <pc:cxnChg chg="mod">
          <ac:chgData name="Tsung-Yu Liu" userId="218cff34-dbcd-48c0-8829-9f6d7d332c69" providerId="ADAL" clId="{6330400D-AF1B-40E7-AF55-D6A2F02EB2C9}" dt="2024-12-05T08:18:01.234" v="208" actId="1038"/>
          <ac:cxnSpMkLst>
            <pc:docMk/>
            <pc:sldMk cId="793363960" sldId="256"/>
            <ac:cxnSpMk id="1070" creationId="{5A7DA92E-5C16-E2CC-192A-25B6EFE020AA}"/>
          </ac:cxnSpMkLst>
        </pc:cxnChg>
        <pc:cxnChg chg="mod">
          <ac:chgData name="Tsung-Yu Liu" userId="218cff34-dbcd-48c0-8829-9f6d7d332c69" providerId="ADAL" clId="{6330400D-AF1B-40E7-AF55-D6A2F02EB2C9}" dt="2024-12-05T08:18:01.234" v="208" actId="1038"/>
          <ac:cxnSpMkLst>
            <pc:docMk/>
            <pc:sldMk cId="793363960" sldId="256"/>
            <ac:cxnSpMk id="1074" creationId="{97BF16D7-520A-CE57-1085-A88E40B4B9EC}"/>
          </ac:cxnSpMkLst>
        </pc:cxnChg>
        <pc:cxnChg chg="mod">
          <ac:chgData name="Tsung-Yu Liu" userId="218cff34-dbcd-48c0-8829-9f6d7d332c69" providerId="ADAL" clId="{6330400D-AF1B-40E7-AF55-D6A2F02EB2C9}" dt="2024-12-05T08:18:01.234" v="208" actId="1038"/>
          <ac:cxnSpMkLst>
            <pc:docMk/>
            <pc:sldMk cId="793363960" sldId="256"/>
            <ac:cxnSpMk id="1075" creationId="{33D56248-6DB8-0743-12E1-68D82F6E8125}"/>
          </ac:cxnSpMkLst>
        </pc:cxnChg>
        <pc:cxnChg chg="mod">
          <ac:chgData name="Tsung-Yu Liu" userId="218cff34-dbcd-48c0-8829-9f6d7d332c69" providerId="ADAL" clId="{6330400D-AF1B-40E7-AF55-D6A2F02EB2C9}" dt="2024-12-05T08:18:01.234" v="208" actId="1038"/>
          <ac:cxnSpMkLst>
            <pc:docMk/>
            <pc:sldMk cId="793363960" sldId="256"/>
            <ac:cxnSpMk id="1098" creationId="{7CEB6A16-D90A-E6A6-6A6C-BFC6EC35F76B}"/>
          </ac:cxnSpMkLst>
        </pc:cxnChg>
        <pc:cxnChg chg="mod">
          <ac:chgData name="Tsung-Yu Liu" userId="218cff34-dbcd-48c0-8829-9f6d7d332c69" providerId="ADAL" clId="{6330400D-AF1B-40E7-AF55-D6A2F02EB2C9}" dt="2024-12-05T08:18:01.234" v="208" actId="1038"/>
          <ac:cxnSpMkLst>
            <pc:docMk/>
            <pc:sldMk cId="793363960" sldId="256"/>
            <ac:cxnSpMk id="1113" creationId="{ED84CF91-3299-3BCE-0942-B2DFF9DD7C6E}"/>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6F2319-DDBE-4191-B8EE-30E725D65E67}" type="datetimeFigureOut">
              <a:rPr lang="zh-TW" altLang="en-US" smtClean="0"/>
              <a:t>2024/12/5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EE9FE4-B127-4CBD-930B-24D8936E524D}" type="slidenum">
              <a:rPr lang="zh-TW" altLang="en-US" smtClean="0"/>
              <a:t>‹#›</a:t>
            </a:fld>
            <a:endParaRPr lang="zh-TW" altLang="en-US"/>
          </a:p>
        </p:txBody>
      </p:sp>
    </p:spTree>
    <p:extLst>
      <p:ext uri="{BB962C8B-B14F-4D97-AF65-F5344CB8AC3E}">
        <p14:creationId xmlns:p14="http://schemas.microsoft.com/office/powerpoint/2010/main" val="401057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EE9FE4-B127-4CBD-930B-24D8936E524D}" type="slidenum">
              <a:rPr lang="zh-TW" altLang="en-US" smtClean="0"/>
              <a:t>1</a:t>
            </a:fld>
            <a:endParaRPr lang="zh-TW" altLang="en-US"/>
          </a:p>
        </p:txBody>
      </p:sp>
    </p:spTree>
    <p:extLst>
      <p:ext uri="{BB962C8B-B14F-4D97-AF65-F5344CB8AC3E}">
        <p14:creationId xmlns:p14="http://schemas.microsoft.com/office/powerpoint/2010/main" val="1132887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26ED32-B363-83C6-D03A-2CC242904AA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A454BFFE-D9DA-341E-DC3C-E563556C11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9A65A779-67FF-757F-D120-B11B383F68EE}"/>
              </a:ext>
            </a:extLst>
          </p:cNvPr>
          <p:cNvSpPr>
            <a:spLocks noGrp="1"/>
          </p:cNvSpPr>
          <p:nvPr>
            <p:ph type="dt" sz="half" idx="10"/>
          </p:nvPr>
        </p:nvSpPr>
        <p:spPr/>
        <p:txBody>
          <a:bodyPr/>
          <a:lstStyle/>
          <a:p>
            <a:fld id="{4B211847-7738-4B53-9EAE-C865E068EBE0}" type="datetimeFigureOut">
              <a:rPr lang="zh-TW" altLang="en-US" smtClean="0"/>
              <a:t>2024/12/5</a:t>
            </a:fld>
            <a:endParaRPr lang="zh-TW" altLang="en-US"/>
          </a:p>
        </p:txBody>
      </p:sp>
      <p:sp>
        <p:nvSpPr>
          <p:cNvPr id="5" name="頁尾版面配置區 4">
            <a:extLst>
              <a:ext uri="{FF2B5EF4-FFF2-40B4-BE49-F238E27FC236}">
                <a16:creationId xmlns:a16="http://schemas.microsoft.com/office/drawing/2014/main" id="{982FF764-7EB9-3999-A26E-0BCC64132E9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6AB19A-A1D6-F6FF-6C73-24642AC51F64}"/>
              </a:ext>
            </a:extLst>
          </p:cNvPr>
          <p:cNvSpPr>
            <a:spLocks noGrp="1"/>
          </p:cNvSpPr>
          <p:nvPr>
            <p:ph type="sldNum" sz="quarter" idx="12"/>
          </p:nvPr>
        </p:nvSpPr>
        <p:spPr/>
        <p:txBody>
          <a:bodyPr/>
          <a:lstStyle/>
          <a:p>
            <a:fld id="{AB6BB0C5-095A-4DF7-A738-22CD2299A164}" type="slidenum">
              <a:rPr lang="zh-TW" altLang="en-US" smtClean="0"/>
              <a:t>‹#›</a:t>
            </a:fld>
            <a:endParaRPr lang="zh-TW" altLang="en-US"/>
          </a:p>
        </p:txBody>
      </p:sp>
    </p:spTree>
    <p:extLst>
      <p:ext uri="{BB962C8B-B14F-4D97-AF65-F5344CB8AC3E}">
        <p14:creationId xmlns:p14="http://schemas.microsoft.com/office/powerpoint/2010/main" val="2239482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6901B2-7ECA-1C44-0C0D-0E27C4385D5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1C3C889-59AD-71B5-301A-BEFBE8DBC879}"/>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793621F-07F3-19B6-3350-95B31A3049E7}"/>
              </a:ext>
            </a:extLst>
          </p:cNvPr>
          <p:cNvSpPr>
            <a:spLocks noGrp="1"/>
          </p:cNvSpPr>
          <p:nvPr>
            <p:ph type="dt" sz="half" idx="10"/>
          </p:nvPr>
        </p:nvSpPr>
        <p:spPr/>
        <p:txBody>
          <a:bodyPr/>
          <a:lstStyle/>
          <a:p>
            <a:fld id="{4B211847-7738-4B53-9EAE-C865E068EBE0}" type="datetimeFigureOut">
              <a:rPr lang="zh-TW" altLang="en-US" smtClean="0"/>
              <a:t>2024/12/5</a:t>
            </a:fld>
            <a:endParaRPr lang="zh-TW" altLang="en-US"/>
          </a:p>
        </p:txBody>
      </p:sp>
      <p:sp>
        <p:nvSpPr>
          <p:cNvPr id="5" name="頁尾版面配置區 4">
            <a:extLst>
              <a:ext uri="{FF2B5EF4-FFF2-40B4-BE49-F238E27FC236}">
                <a16:creationId xmlns:a16="http://schemas.microsoft.com/office/drawing/2014/main" id="{B9A35ECC-E2D1-BBB7-26B8-61F827172C6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1E65C4-5510-A6BD-6F55-7EDD7E9A192A}"/>
              </a:ext>
            </a:extLst>
          </p:cNvPr>
          <p:cNvSpPr>
            <a:spLocks noGrp="1"/>
          </p:cNvSpPr>
          <p:nvPr>
            <p:ph type="sldNum" sz="quarter" idx="12"/>
          </p:nvPr>
        </p:nvSpPr>
        <p:spPr/>
        <p:txBody>
          <a:bodyPr/>
          <a:lstStyle/>
          <a:p>
            <a:fld id="{AB6BB0C5-095A-4DF7-A738-22CD2299A164}" type="slidenum">
              <a:rPr lang="zh-TW" altLang="en-US" smtClean="0"/>
              <a:t>‹#›</a:t>
            </a:fld>
            <a:endParaRPr lang="zh-TW" altLang="en-US"/>
          </a:p>
        </p:txBody>
      </p:sp>
    </p:spTree>
    <p:extLst>
      <p:ext uri="{BB962C8B-B14F-4D97-AF65-F5344CB8AC3E}">
        <p14:creationId xmlns:p14="http://schemas.microsoft.com/office/powerpoint/2010/main" val="3771255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525BCB-66B5-EB3C-86A0-8F027C337F4A}"/>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94F6C54-02E0-EC69-E2C9-C6F296E268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A7CBB0F3-E818-0D4E-D0B9-1E7FD4CDB447}"/>
              </a:ext>
            </a:extLst>
          </p:cNvPr>
          <p:cNvSpPr>
            <a:spLocks noGrp="1"/>
          </p:cNvSpPr>
          <p:nvPr>
            <p:ph type="dt" sz="half" idx="10"/>
          </p:nvPr>
        </p:nvSpPr>
        <p:spPr/>
        <p:txBody>
          <a:bodyPr/>
          <a:lstStyle/>
          <a:p>
            <a:fld id="{4B211847-7738-4B53-9EAE-C865E068EBE0}" type="datetimeFigureOut">
              <a:rPr lang="zh-TW" altLang="en-US" smtClean="0"/>
              <a:t>2024/12/5</a:t>
            </a:fld>
            <a:endParaRPr lang="zh-TW" altLang="en-US"/>
          </a:p>
        </p:txBody>
      </p:sp>
      <p:sp>
        <p:nvSpPr>
          <p:cNvPr id="5" name="頁尾版面配置區 4">
            <a:extLst>
              <a:ext uri="{FF2B5EF4-FFF2-40B4-BE49-F238E27FC236}">
                <a16:creationId xmlns:a16="http://schemas.microsoft.com/office/drawing/2014/main" id="{7E5F3373-B128-CAFB-21F5-B9E1A220036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0B81C77-44C2-102D-3734-E55C23550790}"/>
              </a:ext>
            </a:extLst>
          </p:cNvPr>
          <p:cNvSpPr>
            <a:spLocks noGrp="1"/>
          </p:cNvSpPr>
          <p:nvPr>
            <p:ph type="sldNum" sz="quarter" idx="12"/>
          </p:nvPr>
        </p:nvSpPr>
        <p:spPr/>
        <p:txBody>
          <a:bodyPr/>
          <a:lstStyle/>
          <a:p>
            <a:fld id="{AB6BB0C5-095A-4DF7-A738-22CD2299A164}" type="slidenum">
              <a:rPr lang="zh-TW" altLang="en-US" smtClean="0"/>
              <a:t>‹#›</a:t>
            </a:fld>
            <a:endParaRPr lang="zh-TW" altLang="en-US"/>
          </a:p>
        </p:txBody>
      </p:sp>
    </p:spTree>
    <p:extLst>
      <p:ext uri="{BB962C8B-B14F-4D97-AF65-F5344CB8AC3E}">
        <p14:creationId xmlns:p14="http://schemas.microsoft.com/office/powerpoint/2010/main" val="32353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6AA66C-BE7B-D7AD-5E97-65CCE1E6789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84403DE-48DA-D76E-470A-7F5B85789ED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9CF73D7C-4B61-1456-37DC-8DA670673807}"/>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2A7FB42C-7444-D9C0-2829-7B2E41837D28}"/>
              </a:ext>
            </a:extLst>
          </p:cNvPr>
          <p:cNvSpPr>
            <a:spLocks noGrp="1"/>
          </p:cNvSpPr>
          <p:nvPr>
            <p:ph type="dt" sz="half" idx="10"/>
          </p:nvPr>
        </p:nvSpPr>
        <p:spPr/>
        <p:txBody>
          <a:bodyPr/>
          <a:lstStyle/>
          <a:p>
            <a:fld id="{4B211847-7738-4B53-9EAE-C865E068EBE0}" type="datetimeFigureOut">
              <a:rPr lang="zh-TW" altLang="en-US" smtClean="0"/>
              <a:t>2024/12/5</a:t>
            </a:fld>
            <a:endParaRPr lang="zh-TW" altLang="en-US"/>
          </a:p>
        </p:txBody>
      </p:sp>
      <p:sp>
        <p:nvSpPr>
          <p:cNvPr id="6" name="頁尾版面配置區 5">
            <a:extLst>
              <a:ext uri="{FF2B5EF4-FFF2-40B4-BE49-F238E27FC236}">
                <a16:creationId xmlns:a16="http://schemas.microsoft.com/office/drawing/2014/main" id="{3BCE429B-90DA-566A-65CE-147504415B5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CB5028B-EF53-0502-8A58-9226C6CA96ED}"/>
              </a:ext>
            </a:extLst>
          </p:cNvPr>
          <p:cNvSpPr>
            <a:spLocks noGrp="1"/>
          </p:cNvSpPr>
          <p:nvPr>
            <p:ph type="sldNum" sz="quarter" idx="12"/>
          </p:nvPr>
        </p:nvSpPr>
        <p:spPr/>
        <p:txBody>
          <a:bodyPr/>
          <a:lstStyle/>
          <a:p>
            <a:fld id="{AB6BB0C5-095A-4DF7-A738-22CD2299A164}" type="slidenum">
              <a:rPr lang="zh-TW" altLang="en-US" smtClean="0"/>
              <a:t>‹#›</a:t>
            </a:fld>
            <a:endParaRPr lang="zh-TW" altLang="en-US"/>
          </a:p>
        </p:txBody>
      </p:sp>
    </p:spTree>
    <p:extLst>
      <p:ext uri="{BB962C8B-B14F-4D97-AF65-F5344CB8AC3E}">
        <p14:creationId xmlns:p14="http://schemas.microsoft.com/office/powerpoint/2010/main" val="1089931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A3D402-BE96-4F5C-4678-F0A3EEBB5F75}"/>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72CDDB1-8BB7-5FD9-07A2-7D89CE0F8E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C9E768F-B855-5825-CAA7-E582B2D33375}"/>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9FF0DE94-A115-D127-42C4-067DB230B6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16E49285-BFCF-8B45-D430-3CEBF975F3ED}"/>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987D2324-9104-5220-A16C-A5904BAF94A0}"/>
              </a:ext>
            </a:extLst>
          </p:cNvPr>
          <p:cNvSpPr>
            <a:spLocks noGrp="1"/>
          </p:cNvSpPr>
          <p:nvPr>
            <p:ph type="dt" sz="half" idx="10"/>
          </p:nvPr>
        </p:nvSpPr>
        <p:spPr/>
        <p:txBody>
          <a:bodyPr/>
          <a:lstStyle/>
          <a:p>
            <a:fld id="{4B211847-7738-4B53-9EAE-C865E068EBE0}" type="datetimeFigureOut">
              <a:rPr lang="zh-TW" altLang="en-US" smtClean="0"/>
              <a:t>2024/12/5</a:t>
            </a:fld>
            <a:endParaRPr lang="zh-TW" altLang="en-US"/>
          </a:p>
        </p:txBody>
      </p:sp>
      <p:sp>
        <p:nvSpPr>
          <p:cNvPr id="8" name="頁尾版面配置區 7">
            <a:extLst>
              <a:ext uri="{FF2B5EF4-FFF2-40B4-BE49-F238E27FC236}">
                <a16:creationId xmlns:a16="http://schemas.microsoft.com/office/drawing/2014/main" id="{11423E7D-358E-133F-3936-6ABC9630EF13}"/>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2743673-B5F0-34C8-9746-A014FAEADD48}"/>
              </a:ext>
            </a:extLst>
          </p:cNvPr>
          <p:cNvSpPr>
            <a:spLocks noGrp="1"/>
          </p:cNvSpPr>
          <p:nvPr>
            <p:ph type="sldNum" sz="quarter" idx="12"/>
          </p:nvPr>
        </p:nvSpPr>
        <p:spPr/>
        <p:txBody>
          <a:bodyPr/>
          <a:lstStyle/>
          <a:p>
            <a:fld id="{AB6BB0C5-095A-4DF7-A738-22CD2299A164}" type="slidenum">
              <a:rPr lang="zh-TW" altLang="en-US" smtClean="0"/>
              <a:t>‹#›</a:t>
            </a:fld>
            <a:endParaRPr lang="zh-TW" altLang="en-US"/>
          </a:p>
        </p:txBody>
      </p:sp>
    </p:spTree>
    <p:extLst>
      <p:ext uri="{BB962C8B-B14F-4D97-AF65-F5344CB8AC3E}">
        <p14:creationId xmlns:p14="http://schemas.microsoft.com/office/powerpoint/2010/main" val="2783726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C0779B-9CA7-15A5-EEF7-21F6B217C8EC}"/>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B548878-7D71-9625-F1F8-7A5BCB989330}"/>
              </a:ext>
            </a:extLst>
          </p:cNvPr>
          <p:cNvSpPr>
            <a:spLocks noGrp="1"/>
          </p:cNvSpPr>
          <p:nvPr>
            <p:ph type="dt" sz="half" idx="10"/>
          </p:nvPr>
        </p:nvSpPr>
        <p:spPr/>
        <p:txBody>
          <a:bodyPr/>
          <a:lstStyle/>
          <a:p>
            <a:fld id="{4B211847-7738-4B53-9EAE-C865E068EBE0}" type="datetimeFigureOut">
              <a:rPr lang="zh-TW" altLang="en-US" smtClean="0"/>
              <a:t>2024/12/5</a:t>
            </a:fld>
            <a:endParaRPr lang="zh-TW" altLang="en-US"/>
          </a:p>
        </p:txBody>
      </p:sp>
      <p:sp>
        <p:nvSpPr>
          <p:cNvPr id="4" name="頁尾版面配置區 3">
            <a:extLst>
              <a:ext uri="{FF2B5EF4-FFF2-40B4-BE49-F238E27FC236}">
                <a16:creationId xmlns:a16="http://schemas.microsoft.com/office/drawing/2014/main" id="{4739033C-0BC8-599E-DFDF-E47BD173C47C}"/>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5B1A04F-9531-0B42-C147-DC06F1523DE4}"/>
              </a:ext>
            </a:extLst>
          </p:cNvPr>
          <p:cNvSpPr>
            <a:spLocks noGrp="1"/>
          </p:cNvSpPr>
          <p:nvPr>
            <p:ph type="sldNum" sz="quarter" idx="12"/>
          </p:nvPr>
        </p:nvSpPr>
        <p:spPr/>
        <p:txBody>
          <a:bodyPr/>
          <a:lstStyle/>
          <a:p>
            <a:fld id="{AB6BB0C5-095A-4DF7-A738-22CD2299A164}" type="slidenum">
              <a:rPr lang="zh-TW" altLang="en-US" smtClean="0"/>
              <a:t>‹#›</a:t>
            </a:fld>
            <a:endParaRPr lang="zh-TW" altLang="en-US"/>
          </a:p>
        </p:txBody>
      </p:sp>
    </p:spTree>
    <p:extLst>
      <p:ext uri="{BB962C8B-B14F-4D97-AF65-F5344CB8AC3E}">
        <p14:creationId xmlns:p14="http://schemas.microsoft.com/office/powerpoint/2010/main" val="3520564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C298DD6-EFAD-3C8A-414B-B793A87B27F5}"/>
              </a:ext>
            </a:extLst>
          </p:cNvPr>
          <p:cNvSpPr>
            <a:spLocks noGrp="1"/>
          </p:cNvSpPr>
          <p:nvPr>
            <p:ph type="dt" sz="half" idx="10"/>
          </p:nvPr>
        </p:nvSpPr>
        <p:spPr/>
        <p:txBody>
          <a:bodyPr/>
          <a:lstStyle/>
          <a:p>
            <a:fld id="{4B211847-7738-4B53-9EAE-C865E068EBE0}" type="datetimeFigureOut">
              <a:rPr lang="zh-TW" altLang="en-US" smtClean="0"/>
              <a:t>2024/12/5</a:t>
            </a:fld>
            <a:endParaRPr lang="zh-TW" altLang="en-US"/>
          </a:p>
        </p:txBody>
      </p:sp>
      <p:sp>
        <p:nvSpPr>
          <p:cNvPr id="3" name="頁尾版面配置區 2">
            <a:extLst>
              <a:ext uri="{FF2B5EF4-FFF2-40B4-BE49-F238E27FC236}">
                <a16:creationId xmlns:a16="http://schemas.microsoft.com/office/drawing/2014/main" id="{B4ABE2B6-778C-90B5-6A9A-51DB27246B6E}"/>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85959758-114A-0C25-EB25-94110CE6F63E}"/>
              </a:ext>
            </a:extLst>
          </p:cNvPr>
          <p:cNvSpPr>
            <a:spLocks noGrp="1"/>
          </p:cNvSpPr>
          <p:nvPr>
            <p:ph type="sldNum" sz="quarter" idx="12"/>
          </p:nvPr>
        </p:nvSpPr>
        <p:spPr/>
        <p:txBody>
          <a:bodyPr/>
          <a:lstStyle/>
          <a:p>
            <a:fld id="{AB6BB0C5-095A-4DF7-A738-22CD2299A164}" type="slidenum">
              <a:rPr lang="zh-TW" altLang="en-US" smtClean="0"/>
              <a:t>‹#›</a:t>
            </a:fld>
            <a:endParaRPr lang="zh-TW" altLang="en-US"/>
          </a:p>
        </p:txBody>
      </p:sp>
    </p:spTree>
    <p:extLst>
      <p:ext uri="{BB962C8B-B14F-4D97-AF65-F5344CB8AC3E}">
        <p14:creationId xmlns:p14="http://schemas.microsoft.com/office/powerpoint/2010/main" val="3825491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02E3F0-530D-F99B-C2D4-E7AFD08C98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8EEE3F6E-648E-0C74-0E97-A81FC19908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78464142-2B62-2053-050B-AECE1A09EC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A944E35-9782-2550-44CD-05E55EA6BD7D}"/>
              </a:ext>
            </a:extLst>
          </p:cNvPr>
          <p:cNvSpPr>
            <a:spLocks noGrp="1"/>
          </p:cNvSpPr>
          <p:nvPr>
            <p:ph type="dt" sz="half" idx="10"/>
          </p:nvPr>
        </p:nvSpPr>
        <p:spPr/>
        <p:txBody>
          <a:bodyPr/>
          <a:lstStyle/>
          <a:p>
            <a:fld id="{4B211847-7738-4B53-9EAE-C865E068EBE0}" type="datetimeFigureOut">
              <a:rPr lang="zh-TW" altLang="en-US" smtClean="0"/>
              <a:t>2024/12/5</a:t>
            </a:fld>
            <a:endParaRPr lang="zh-TW" altLang="en-US"/>
          </a:p>
        </p:txBody>
      </p:sp>
      <p:sp>
        <p:nvSpPr>
          <p:cNvPr id="6" name="頁尾版面配置區 5">
            <a:extLst>
              <a:ext uri="{FF2B5EF4-FFF2-40B4-BE49-F238E27FC236}">
                <a16:creationId xmlns:a16="http://schemas.microsoft.com/office/drawing/2014/main" id="{BC313C30-DA7E-DBE5-68AC-822AF3DF488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03FC41C-E5D6-A61D-0F55-E2353A5D3C0E}"/>
              </a:ext>
            </a:extLst>
          </p:cNvPr>
          <p:cNvSpPr>
            <a:spLocks noGrp="1"/>
          </p:cNvSpPr>
          <p:nvPr>
            <p:ph type="sldNum" sz="quarter" idx="12"/>
          </p:nvPr>
        </p:nvSpPr>
        <p:spPr/>
        <p:txBody>
          <a:bodyPr/>
          <a:lstStyle/>
          <a:p>
            <a:fld id="{AB6BB0C5-095A-4DF7-A738-22CD2299A164}" type="slidenum">
              <a:rPr lang="zh-TW" altLang="en-US" smtClean="0"/>
              <a:t>‹#›</a:t>
            </a:fld>
            <a:endParaRPr lang="zh-TW" altLang="en-US"/>
          </a:p>
        </p:txBody>
      </p:sp>
    </p:spTree>
    <p:extLst>
      <p:ext uri="{BB962C8B-B14F-4D97-AF65-F5344CB8AC3E}">
        <p14:creationId xmlns:p14="http://schemas.microsoft.com/office/powerpoint/2010/main" val="1335787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0ED1C7-4DF6-9DBC-9C6F-662E527FF940}"/>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5CA2FC87-4E89-CE2F-D8C7-44F62B9F32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52EEF5CA-8366-6E75-E9A5-AEF6E31A90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FB5010E-5EF1-2EB5-43C3-7BC01DDA80B5}"/>
              </a:ext>
            </a:extLst>
          </p:cNvPr>
          <p:cNvSpPr>
            <a:spLocks noGrp="1"/>
          </p:cNvSpPr>
          <p:nvPr>
            <p:ph type="dt" sz="half" idx="10"/>
          </p:nvPr>
        </p:nvSpPr>
        <p:spPr/>
        <p:txBody>
          <a:bodyPr/>
          <a:lstStyle/>
          <a:p>
            <a:fld id="{4B211847-7738-4B53-9EAE-C865E068EBE0}" type="datetimeFigureOut">
              <a:rPr lang="zh-TW" altLang="en-US" smtClean="0"/>
              <a:t>2024/12/5</a:t>
            </a:fld>
            <a:endParaRPr lang="zh-TW" altLang="en-US"/>
          </a:p>
        </p:txBody>
      </p:sp>
      <p:sp>
        <p:nvSpPr>
          <p:cNvPr id="6" name="頁尾版面配置區 5">
            <a:extLst>
              <a:ext uri="{FF2B5EF4-FFF2-40B4-BE49-F238E27FC236}">
                <a16:creationId xmlns:a16="http://schemas.microsoft.com/office/drawing/2014/main" id="{8E9F6205-931C-CAE0-9F3E-EDCC3580C4D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A732AE7-435B-3C3D-0353-C90364B3C8BB}"/>
              </a:ext>
            </a:extLst>
          </p:cNvPr>
          <p:cNvSpPr>
            <a:spLocks noGrp="1"/>
          </p:cNvSpPr>
          <p:nvPr>
            <p:ph type="sldNum" sz="quarter" idx="12"/>
          </p:nvPr>
        </p:nvSpPr>
        <p:spPr/>
        <p:txBody>
          <a:bodyPr/>
          <a:lstStyle/>
          <a:p>
            <a:fld id="{AB6BB0C5-095A-4DF7-A738-22CD2299A164}" type="slidenum">
              <a:rPr lang="zh-TW" altLang="en-US" smtClean="0"/>
              <a:t>‹#›</a:t>
            </a:fld>
            <a:endParaRPr lang="zh-TW" altLang="en-US"/>
          </a:p>
        </p:txBody>
      </p:sp>
    </p:spTree>
    <p:extLst>
      <p:ext uri="{BB962C8B-B14F-4D97-AF65-F5344CB8AC3E}">
        <p14:creationId xmlns:p14="http://schemas.microsoft.com/office/powerpoint/2010/main" val="1685055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91AE52-94F9-8B3E-603A-BF5FAA203667}"/>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43306A0C-BEA0-D9FB-E77B-DB49436FF92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D2A349D-48A5-10F2-3CA0-3F46739991A3}"/>
              </a:ext>
            </a:extLst>
          </p:cNvPr>
          <p:cNvSpPr>
            <a:spLocks noGrp="1"/>
          </p:cNvSpPr>
          <p:nvPr>
            <p:ph type="dt" sz="half" idx="10"/>
          </p:nvPr>
        </p:nvSpPr>
        <p:spPr/>
        <p:txBody>
          <a:bodyPr/>
          <a:lstStyle/>
          <a:p>
            <a:fld id="{4B211847-7738-4B53-9EAE-C865E068EBE0}" type="datetimeFigureOut">
              <a:rPr lang="zh-TW" altLang="en-US" smtClean="0"/>
              <a:t>2024/12/5</a:t>
            </a:fld>
            <a:endParaRPr lang="zh-TW" altLang="en-US"/>
          </a:p>
        </p:txBody>
      </p:sp>
      <p:sp>
        <p:nvSpPr>
          <p:cNvPr id="5" name="頁尾版面配置區 4">
            <a:extLst>
              <a:ext uri="{FF2B5EF4-FFF2-40B4-BE49-F238E27FC236}">
                <a16:creationId xmlns:a16="http://schemas.microsoft.com/office/drawing/2014/main" id="{AC5FB879-CD39-F688-6651-12716BBAA25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9DBCCEA-EE22-E880-9975-BDD306E2B1A6}"/>
              </a:ext>
            </a:extLst>
          </p:cNvPr>
          <p:cNvSpPr>
            <a:spLocks noGrp="1"/>
          </p:cNvSpPr>
          <p:nvPr>
            <p:ph type="sldNum" sz="quarter" idx="12"/>
          </p:nvPr>
        </p:nvSpPr>
        <p:spPr/>
        <p:txBody>
          <a:bodyPr/>
          <a:lstStyle/>
          <a:p>
            <a:fld id="{AB6BB0C5-095A-4DF7-A738-22CD2299A164}" type="slidenum">
              <a:rPr lang="zh-TW" altLang="en-US" smtClean="0"/>
              <a:t>‹#›</a:t>
            </a:fld>
            <a:endParaRPr lang="zh-TW" altLang="en-US"/>
          </a:p>
        </p:txBody>
      </p:sp>
    </p:spTree>
    <p:extLst>
      <p:ext uri="{BB962C8B-B14F-4D97-AF65-F5344CB8AC3E}">
        <p14:creationId xmlns:p14="http://schemas.microsoft.com/office/powerpoint/2010/main" val="2815685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41340BE-52DA-9A29-6B92-8DF0589FA5F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4C6C1EE-1749-39A4-85EA-BABAB18C6217}"/>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1575184-9C5D-EBD0-5A78-295C142CB22F}"/>
              </a:ext>
            </a:extLst>
          </p:cNvPr>
          <p:cNvSpPr>
            <a:spLocks noGrp="1"/>
          </p:cNvSpPr>
          <p:nvPr>
            <p:ph type="dt" sz="half" idx="10"/>
          </p:nvPr>
        </p:nvSpPr>
        <p:spPr/>
        <p:txBody>
          <a:bodyPr/>
          <a:lstStyle/>
          <a:p>
            <a:fld id="{4B211847-7738-4B53-9EAE-C865E068EBE0}" type="datetimeFigureOut">
              <a:rPr lang="zh-TW" altLang="en-US" smtClean="0"/>
              <a:t>2024/12/5</a:t>
            </a:fld>
            <a:endParaRPr lang="zh-TW" altLang="en-US"/>
          </a:p>
        </p:txBody>
      </p:sp>
      <p:sp>
        <p:nvSpPr>
          <p:cNvPr id="5" name="頁尾版面配置區 4">
            <a:extLst>
              <a:ext uri="{FF2B5EF4-FFF2-40B4-BE49-F238E27FC236}">
                <a16:creationId xmlns:a16="http://schemas.microsoft.com/office/drawing/2014/main" id="{DCF95048-1866-DD21-4E62-4020F4CB56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CB7B01C-19FC-3D63-DCC7-749A4F44CFC0}"/>
              </a:ext>
            </a:extLst>
          </p:cNvPr>
          <p:cNvSpPr>
            <a:spLocks noGrp="1"/>
          </p:cNvSpPr>
          <p:nvPr>
            <p:ph type="sldNum" sz="quarter" idx="12"/>
          </p:nvPr>
        </p:nvSpPr>
        <p:spPr/>
        <p:txBody>
          <a:bodyPr/>
          <a:lstStyle/>
          <a:p>
            <a:fld id="{AB6BB0C5-095A-4DF7-A738-22CD2299A164}" type="slidenum">
              <a:rPr lang="zh-TW" altLang="en-US" smtClean="0"/>
              <a:t>‹#›</a:t>
            </a:fld>
            <a:endParaRPr lang="zh-TW" altLang="en-US"/>
          </a:p>
        </p:txBody>
      </p:sp>
    </p:spTree>
    <p:extLst>
      <p:ext uri="{BB962C8B-B14F-4D97-AF65-F5344CB8AC3E}">
        <p14:creationId xmlns:p14="http://schemas.microsoft.com/office/powerpoint/2010/main" val="3419853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3E0F0816-7B0B-2E31-C640-5F4A55F1B5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13BBF42-B2FA-18CB-A1BE-8325872673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62CDD22-BE64-51B2-F178-F644FE76B4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211847-7738-4B53-9EAE-C865E068EBE0}" type="datetimeFigureOut">
              <a:rPr lang="zh-TW" altLang="en-US" smtClean="0"/>
              <a:t>2024/12/5</a:t>
            </a:fld>
            <a:endParaRPr lang="zh-TW" altLang="en-US"/>
          </a:p>
        </p:txBody>
      </p:sp>
      <p:sp>
        <p:nvSpPr>
          <p:cNvPr id="5" name="頁尾版面配置區 4">
            <a:extLst>
              <a:ext uri="{FF2B5EF4-FFF2-40B4-BE49-F238E27FC236}">
                <a16:creationId xmlns:a16="http://schemas.microsoft.com/office/drawing/2014/main" id="{BD1A6319-44DC-81F5-3C47-57A1181E37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1DBC4525-DB2A-E57A-BD2B-D4DC6B57B7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6BB0C5-095A-4DF7-A738-22CD2299A164}" type="slidenum">
              <a:rPr lang="zh-TW" altLang="en-US" smtClean="0"/>
              <a:t>‹#›</a:t>
            </a:fld>
            <a:endParaRPr lang="zh-TW" altLang="en-US"/>
          </a:p>
        </p:txBody>
      </p:sp>
    </p:spTree>
    <p:extLst>
      <p:ext uri="{BB962C8B-B14F-4D97-AF65-F5344CB8AC3E}">
        <p14:creationId xmlns:p14="http://schemas.microsoft.com/office/powerpoint/2010/main" val="27076621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17/06/relationships/model3d" Target="../media/model3d1.glb"/><Relationship Id="rId4" Type="http://schemas.openxmlformats.org/officeDocument/2006/relationships/hyperlink" Target="mailto:tl152@rice.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ice University Logo, symbol, meaning, history, PNG, brand">
            <a:extLst>
              <a:ext uri="{FF2B5EF4-FFF2-40B4-BE49-F238E27FC236}">
                <a16:creationId xmlns:a16="http://schemas.microsoft.com/office/drawing/2014/main" id="{E87BB3F1-283E-75A2-DDCA-3691176F55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1454" y="192063"/>
            <a:ext cx="1701846" cy="957288"/>
          </a:xfrm>
          <a:prstGeom prst="rect">
            <a:avLst/>
          </a:prstGeom>
          <a:noFill/>
          <a:extLst>
            <a:ext uri="{909E8E84-426E-40DD-AFC4-6F175D3DCCD1}">
              <a14:hiddenFill xmlns:a14="http://schemas.microsoft.com/office/drawing/2010/main">
                <a:solidFill>
                  <a:srgbClr val="FFFFFF"/>
                </a:solidFill>
              </a14:hiddenFill>
            </a:ext>
          </a:extLst>
        </p:spPr>
      </p:pic>
      <p:cxnSp>
        <p:nvCxnSpPr>
          <p:cNvPr id="5" name="直線接點 4">
            <a:extLst>
              <a:ext uri="{FF2B5EF4-FFF2-40B4-BE49-F238E27FC236}">
                <a16:creationId xmlns:a16="http://schemas.microsoft.com/office/drawing/2014/main" id="{BE0F9315-EFA0-FF09-DD97-D61BDD003142}"/>
              </a:ext>
            </a:extLst>
          </p:cNvPr>
          <p:cNvCxnSpPr/>
          <p:nvPr/>
        </p:nvCxnSpPr>
        <p:spPr>
          <a:xfrm>
            <a:off x="0" y="1238250"/>
            <a:ext cx="12192000" cy="0"/>
          </a:xfrm>
          <a:prstGeom prst="line">
            <a:avLst/>
          </a:prstGeom>
        </p:spPr>
        <p:style>
          <a:lnRef idx="2">
            <a:schemeClr val="dk1"/>
          </a:lnRef>
          <a:fillRef idx="0">
            <a:schemeClr val="dk1"/>
          </a:fillRef>
          <a:effectRef idx="1">
            <a:schemeClr val="dk1"/>
          </a:effectRef>
          <a:fontRef idx="minor">
            <a:schemeClr val="tx1"/>
          </a:fontRef>
        </p:style>
      </p:cxnSp>
      <p:sp>
        <p:nvSpPr>
          <p:cNvPr id="6" name="文字方塊 5">
            <a:extLst>
              <a:ext uri="{FF2B5EF4-FFF2-40B4-BE49-F238E27FC236}">
                <a16:creationId xmlns:a16="http://schemas.microsoft.com/office/drawing/2014/main" id="{C7BBE3FE-D27E-11E4-010B-6157A3644172}"/>
              </a:ext>
            </a:extLst>
          </p:cNvPr>
          <p:cNvSpPr txBox="1"/>
          <p:nvPr/>
        </p:nvSpPr>
        <p:spPr>
          <a:xfrm>
            <a:off x="546100" y="362480"/>
            <a:ext cx="11099800" cy="369332"/>
          </a:xfrm>
          <a:prstGeom prst="rect">
            <a:avLst/>
          </a:prstGeom>
          <a:noFill/>
        </p:spPr>
        <p:txBody>
          <a:bodyPr wrap="square" rtlCol="0">
            <a:spAutoFit/>
          </a:bodyPr>
          <a:lstStyle/>
          <a:p>
            <a:r>
              <a:rPr lang="en-US" altLang="zh-TW" b="1" dirty="0"/>
              <a:t>Efficient Large-Scale Text Classification Using Pre-Trained Embedding Layers and Bidirectional LSTMs</a:t>
            </a:r>
            <a:endParaRPr lang="zh-TW" altLang="en-US" b="1" dirty="0"/>
          </a:p>
        </p:txBody>
      </p:sp>
      <p:sp>
        <p:nvSpPr>
          <p:cNvPr id="7" name="文字方塊 6">
            <a:extLst>
              <a:ext uri="{FF2B5EF4-FFF2-40B4-BE49-F238E27FC236}">
                <a16:creationId xmlns:a16="http://schemas.microsoft.com/office/drawing/2014/main" id="{CFB09F7B-5FAD-8A86-4FA7-677C8A14C37A}"/>
              </a:ext>
            </a:extLst>
          </p:cNvPr>
          <p:cNvSpPr txBox="1"/>
          <p:nvPr/>
        </p:nvSpPr>
        <p:spPr>
          <a:xfrm>
            <a:off x="2692400" y="731812"/>
            <a:ext cx="6807200" cy="369332"/>
          </a:xfrm>
          <a:prstGeom prst="rect">
            <a:avLst/>
          </a:prstGeom>
          <a:noFill/>
        </p:spPr>
        <p:txBody>
          <a:bodyPr wrap="square" rtlCol="0">
            <a:spAutoFit/>
          </a:bodyPr>
          <a:lstStyle/>
          <a:p>
            <a:r>
              <a:rPr lang="en-US" altLang="zh-TW" dirty="0"/>
              <a:t>Tsung-Yu Liu | </a:t>
            </a:r>
            <a:r>
              <a:rPr lang="en-US" altLang="zh-TW" dirty="0">
                <a:hlinkClick r:id="rId4"/>
              </a:rPr>
              <a:t>tl152@rice.edu</a:t>
            </a:r>
            <a:r>
              <a:rPr lang="en-US" altLang="zh-TW" dirty="0"/>
              <a:t> | Rice University, Houston, TX</a:t>
            </a:r>
            <a:endParaRPr lang="zh-TW" altLang="en-US" dirty="0"/>
          </a:p>
        </p:txBody>
      </p:sp>
      <p:sp>
        <p:nvSpPr>
          <p:cNvPr id="8" name="矩形: 圓角 7">
            <a:extLst>
              <a:ext uri="{FF2B5EF4-FFF2-40B4-BE49-F238E27FC236}">
                <a16:creationId xmlns:a16="http://schemas.microsoft.com/office/drawing/2014/main" id="{4D906FA9-5194-363F-9184-F9967A6EBADF}"/>
              </a:ext>
            </a:extLst>
          </p:cNvPr>
          <p:cNvSpPr/>
          <p:nvPr/>
        </p:nvSpPr>
        <p:spPr>
          <a:xfrm>
            <a:off x="120650" y="1327150"/>
            <a:ext cx="4089400" cy="2858770"/>
          </a:xfrm>
          <a:prstGeom prst="round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spcAft>
                <a:spcPts val="600"/>
              </a:spcAft>
            </a:pPr>
            <a:r>
              <a:rPr lang="en-US" altLang="zh-TW" sz="1600" dirty="0">
                <a:solidFill>
                  <a:srgbClr val="0070C0"/>
                </a:solidFill>
              </a:rPr>
              <a:t>Motivation and Objective</a:t>
            </a:r>
          </a:p>
          <a:p>
            <a:r>
              <a:rPr lang="en-US" altLang="zh-TW" sz="1100" b="1" dirty="0"/>
              <a:t>Motivation</a:t>
            </a:r>
            <a:r>
              <a:rPr lang="en-US" altLang="zh-TW" sz="1100" dirty="0"/>
              <a:t>:</a:t>
            </a:r>
            <a:br>
              <a:rPr lang="en-US" altLang="zh-TW" sz="1100" dirty="0"/>
            </a:br>
            <a:r>
              <a:rPr lang="en-US" altLang="zh-TW" sz="1100" dirty="0"/>
              <a:t>Text classification plays a vital role in organizing and retrieving information in today's data-driven world. However, the sheer scale of modern datasets and the high dimensionality of text data pose significant challenges. Existing methods often fail to balance scalability, efficiency, and accuracy, especially for large-scale, multi-class classification tasks.</a:t>
            </a:r>
          </a:p>
          <a:p>
            <a:r>
              <a:rPr lang="en-US" altLang="zh-TW" sz="1100" b="1" dirty="0"/>
              <a:t>Objective</a:t>
            </a:r>
            <a:r>
              <a:rPr lang="en-US" altLang="zh-TW" sz="1100" dirty="0"/>
              <a:t>:</a:t>
            </a:r>
            <a:br>
              <a:rPr lang="en-US" altLang="zh-TW" sz="1100" dirty="0"/>
            </a:br>
            <a:r>
              <a:rPr lang="en-US" altLang="zh-TW" sz="1100" dirty="0"/>
              <a:t>This project aims to develop a robust and scalable deep learning model leveraging advanced natural language processing techniques. The goal is to achieve high accuracy on large datasets with numerous classes, addressing both computational efficiency and real-world applicability.</a:t>
            </a:r>
          </a:p>
        </p:txBody>
      </p:sp>
      <p:sp>
        <p:nvSpPr>
          <p:cNvPr id="9" name="矩形: 圓角 8">
            <a:extLst>
              <a:ext uri="{FF2B5EF4-FFF2-40B4-BE49-F238E27FC236}">
                <a16:creationId xmlns:a16="http://schemas.microsoft.com/office/drawing/2014/main" id="{A790BAD2-981C-42E0-38B4-A75A2312ECF2}"/>
              </a:ext>
            </a:extLst>
          </p:cNvPr>
          <p:cNvSpPr/>
          <p:nvPr/>
        </p:nvSpPr>
        <p:spPr>
          <a:xfrm>
            <a:off x="120650" y="4274819"/>
            <a:ext cx="4089400" cy="2532381"/>
          </a:xfrm>
          <a:prstGeom prst="round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spcAft>
                <a:spcPts val="600"/>
              </a:spcAft>
            </a:pPr>
            <a:r>
              <a:rPr lang="en-US" altLang="zh-TW" sz="1600" dirty="0">
                <a:solidFill>
                  <a:srgbClr val="0070C0"/>
                </a:solidFill>
              </a:rPr>
              <a:t>Dataset Overview</a:t>
            </a:r>
          </a:p>
          <a:p>
            <a:r>
              <a:rPr lang="en-US" altLang="zh-TW" sz="1100" dirty="0"/>
              <a:t>The dataset is a custom large-scale text classification dataset derived from arXiv articles, encompassing a diverse range of topics and domains. It consists of 2,092,146 training samples and 523,037 testing samples, with a vocabulary size of 1,773,326 unique tokens. The dataset includes 76,121 distinct classes, making it a highly challenging multi-class classification problem. Each sample comprises preprocessed and padded text sequences with a maximum length of 100 tokens. This dataset offers a realistic scenario to evaluate the scalability, efficiency, and accuracy of advanced deep learning models in handling high-dimensional and large-scale text data.</a:t>
            </a:r>
          </a:p>
        </p:txBody>
      </p:sp>
      <p:sp>
        <p:nvSpPr>
          <p:cNvPr id="10" name="矩形: 圓角 9">
            <a:extLst>
              <a:ext uri="{FF2B5EF4-FFF2-40B4-BE49-F238E27FC236}">
                <a16:creationId xmlns:a16="http://schemas.microsoft.com/office/drawing/2014/main" id="{67F2D8BB-BCAE-BAF1-6182-DB044107916A}"/>
              </a:ext>
            </a:extLst>
          </p:cNvPr>
          <p:cNvSpPr>
            <a:spLocks/>
          </p:cNvSpPr>
          <p:nvPr/>
        </p:nvSpPr>
        <p:spPr>
          <a:xfrm>
            <a:off x="4256388" y="1327150"/>
            <a:ext cx="3740150" cy="5480045"/>
          </a:xfrm>
          <a:prstGeom prst="round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spcAft>
                <a:spcPts val="600"/>
              </a:spcAft>
            </a:pPr>
            <a:endParaRPr lang="en-US" altLang="zh-TW" sz="1100" dirty="0"/>
          </a:p>
        </p:txBody>
      </p:sp>
      <p:sp>
        <p:nvSpPr>
          <p:cNvPr id="11" name="文字方塊 10">
            <a:extLst>
              <a:ext uri="{FF2B5EF4-FFF2-40B4-BE49-F238E27FC236}">
                <a16:creationId xmlns:a16="http://schemas.microsoft.com/office/drawing/2014/main" id="{B203DEFC-AA9E-F5D4-4234-74B905A13F38}"/>
              </a:ext>
            </a:extLst>
          </p:cNvPr>
          <p:cNvSpPr txBox="1"/>
          <p:nvPr/>
        </p:nvSpPr>
        <p:spPr>
          <a:xfrm>
            <a:off x="5178425" y="1371023"/>
            <a:ext cx="1854200" cy="338554"/>
          </a:xfrm>
          <a:prstGeom prst="rect">
            <a:avLst/>
          </a:prstGeom>
          <a:noFill/>
        </p:spPr>
        <p:txBody>
          <a:bodyPr wrap="square" rtlCol="0">
            <a:spAutoFit/>
          </a:bodyPr>
          <a:lstStyle/>
          <a:p>
            <a:r>
              <a:rPr lang="en-US" altLang="zh-TW" sz="1600" dirty="0">
                <a:solidFill>
                  <a:srgbClr val="0070C0"/>
                </a:solidFill>
              </a:rPr>
              <a:t>Model Architecture</a:t>
            </a:r>
            <a:endParaRPr lang="zh-TW" altLang="en-US" sz="1600" dirty="0">
              <a:solidFill>
                <a:srgbClr val="0070C0"/>
              </a:solidFill>
            </a:endParaRPr>
          </a:p>
        </p:txBody>
      </p:sp>
      <p:sp>
        <p:nvSpPr>
          <p:cNvPr id="12" name="矩形: 圓角 11">
            <a:extLst>
              <a:ext uri="{FF2B5EF4-FFF2-40B4-BE49-F238E27FC236}">
                <a16:creationId xmlns:a16="http://schemas.microsoft.com/office/drawing/2014/main" id="{98CF75FE-C647-1588-BDBE-736A1BFBC994}"/>
              </a:ext>
            </a:extLst>
          </p:cNvPr>
          <p:cNvSpPr/>
          <p:nvPr/>
        </p:nvSpPr>
        <p:spPr>
          <a:xfrm>
            <a:off x="4394835" y="1861476"/>
            <a:ext cx="3510280" cy="2590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a:extLst>
              <a:ext uri="{FF2B5EF4-FFF2-40B4-BE49-F238E27FC236}">
                <a16:creationId xmlns:a16="http://schemas.microsoft.com/office/drawing/2014/main" id="{62C0548D-C9CA-B222-F658-C2BA5D030B9A}"/>
              </a:ext>
            </a:extLst>
          </p:cNvPr>
          <p:cNvSpPr/>
          <p:nvPr/>
        </p:nvSpPr>
        <p:spPr>
          <a:xfrm>
            <a:off x="4627880" y="1861476"/>
            <a:ext cx="232410" cy="243137"/>
          </a:xfrm>
          <a:prstGeom prst="ellipse">
            <a:avLst/>
          </a:prstGeom>
          <a:solidFill>
            <a:schemeClr val="bg1"/>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6" name="橢圓 15">
            <a:extLst>
              <a:ext uri="{FF2B5EF4-FFF2-40B4-BE49-F238E27FC236}">
                <a16:creationId xmlns:a16="http://schemas.microsoft.com/office/drawing/2014/main" id="{89DA463E-BB7B-0608-1798-29947236F246}"/>
              </a:ext>
            </a:extLst>
          </p:cNvPr>
          <p:cNvSpPr/>
          <p:nvPr/>
        </p:nvSpPr>
        <p:spPr>
          <a:xfrm>
            <a:off x="5020945" y="1861476"/>
            <a:ext cx="232410" cy="243137"/>
          </a:xfrm>
          <a:prstGeom prst="ellipse">
            <a:avLst/>
          </a:prstGeom>
          <a:solidFill>
            <a:schemeClr val="bg1"/>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7" name="橢圓 16">
            <a:extLst>
              <a:ext uri="{FF2B5EF4-FFF2-40B4-BE49-F238E27FC236}">
                <a16:creationId xmlns:a16="http://schemas.microsoft.com/office/drawing/2014/main" id="{B952C422-FCC3-C082-133E-75FA57B9F195}"/>
              </a:ext>
            </a:extLst>
          </p:cNvPr>
          <p:cNvSpPr/>
          <p:nvPr/>
        </p:nvSpPr>
        <p:spPr>
          <a:xfrm>
            <a:off x="5414010" y="1869447"/>
            <a:ext cx="232410" cy="243137"/>
          </a:xfrm>
          <a:prstGeom prst="ellipse">
            <a:avLst/>
          </a:prstGeom>
          <a:solidFill>
            <a:schemeClr val="bg1"/>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8" name="橢圓 17">
            <a:extLst>
              <a:ext uri="{FF2B5EF4-FFF2-40B4-BE49-F238E27FC236}">
                <a16:creationId xmlns:a16="http://schemas.microsoft.com/office/drawing/2014/main" id="{87CD947A-5C4B-F03B-9408-E376F8677DA8}"/>
              </a:ext>
            </a:extLst>
          </p:cNvPr>
          <p:cNvSpPr/>
          <p:nvPr/>
        </p:nvSpPr>
        <p:spPr>
          <a:xfrm>
            <a:off x="5807075" y="1861476"/>
            <a:ext cx="232410" cy="243137"/>
          </a:xfrm>
          <a:prstGeom prst="ellipse">
            <a:avLst/>
          </a:prstGeom>
          <a:solidFill>
            <a:schemeClr val="bg1"/>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9" name="橢圓 18">
            <a:extLst>
              <a:ext uri="{FF2B5EF4-FFF2-40B4-BE49-F238E27FC236}">
                <a16:creationId xmlns:a16="http://schemas.microsoft.com/office/drawing/2014/main" id="{B1A81920-887D-21EB-089C-C876839B61F8}"/>
              </a:ext>
            </a:extLst>
          </p:cNvPr>
          <p:cNvSpPr/>
          <p:nvPr/>
        </p:nvSpPr>
        <p:spPr>
          <a:xfrm>
            <a:off x="6200140" y="1861476"/>
            <a:ext cx="232410" cy="243137"/>
          </a:xfrm>
          <a:prstGeom prst="ellipse">
            <a:avLst/>
          </a:prstGeom>
          <a:solidFill>
            <a:schemeClr val="bg1"/>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0" name="橢圓 19">
            <a:extLst>
              <a:ext uri="{FF2B5EF4-FFF2-40B4-BE49-F238E27FC236}">
                <a16:creationId xmlns:a16="http://schemas.microsoft.com/office/drawing/2014/main" id="{4146297B-9C09-31C2-8032-247F1633D382}"/>
              </a:ext>
            </a:extLst>
          </p:cNvPr>
          <p:cNvSpPr/>
          <p:nvPr/>
        </p:nvSpPr>
        <p:spPr>
          <a:xfrm>
            <a:off x="6593205" y="1869447"/>
            <a:ext cx="232410" cy="243137"/>
          </a:xfrm>
          <a:prstGeom prst="ellipse">
            <a:avLst/>
          </a:prstGeom>
          <a:solidFill>
            <a:schemeClr val="bg1"/>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1" name="橢圓 20">
            <a:extLst>
              <a:ext uri="{FF2B5EF4-FFF2-40B4-BE49-F238E27FC236}">
                <a16:creationId xmlns:a16="http://schemas.microsoft.com/office/drawing/2014/main" id="{91F5AE99-D5AB-923B-29D0-E3ED59DF1BA7}"/>
              </a:ext>
            </a:extLst>
          </p:cNvPr>
          <p:cNvSpPr/>
          <p:nvPr/>
        </p:nvSpPr>
        <p:spPr>
          <a:xfrm>
            <a:off x="6986270" y="1869448"/>
            <a:ext cx="232410" cy="243137"/>
          </a:xfrm>
          <a:prstGeom prst="ellipse">
            <a:avLst/>
          </a:prstGeom>
          <a:solidFill>
            <a:schemeClr val="bg1"/>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2" name="橢圓 21">
            <a:extLst>
              <a:ext uri="{FF2B5EF4-FFF2-40B4-BE49-F238E27FC236}">
                <a16:creationId xmlns:a16="http://schemas.microsoft.com/office/drawing/2014/main" id="{B698D059-9F08-1AAA-DA94-75399BE56785}"/>
              </a:ext>
            </a:extLst>
          </p:cNvPr>
          <p:cNvSpPr/>
          <p:nvPr/>
        </p:nvSpPr>
        <p:spPr>
          <a:xfrm>
            <a:off x="7379335" y="1869447"/>
            <a:ext cx="232410" cy="243137"/>
          </a:xfrm>
          <a:prstGeom prst="ellipse">
            <a:avLst/>
          </a:prstGeom>
          <a:solidFill>
            <a:schemeClr val="bg1"/>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3" name="文字方塊 22">
            <a:extLst>
              <a:ext uri="{FF2B5EF4-FFF2-40B4-BE49-F238E27FC236}">
                <a16:creationId xmlns:a16="http://schemas.microsoft.com/office/drawing/2014/main" id="{A561171F-8DDB-F5CD-FA65-1FCC25935709}"/>
              </a:ext>
            </a:extLst>
          </p:cNvPr>
          <p:cNvSpPr txBox="1"/>
          <p:nvPr/>
        </p:nvSpPr>
        <p:spPr>
          <a:xfrm>
            <a:off x="7264683" y="2086344"/>
            <a:ext cx="797243" cy="246221"/>
          </a:xfrm>
          <a:prstGeom prst="rect">
            <a:avLst/>
          </a:prstGeom>
          <a:noFill/>
        </p:spPr>
        <p:txBody>
          <a:bodyPr wrap="square" rtlCol="0">
            <a:spAutoFit/>
          </a:bodyPr>
          <a:lstStyle/>
          <a:p>
            <a:r>
              <a:rPr lang="en-US" altLang="zh-TW" sz="1000" dirty="0"/>
              <a:t>Input Layer</a:t>
            </a:r>
            <a:endParaRPr lang="zh-TW" altLang="en-US" sz="1000" dirty="0"/>
          </a:p>
        </p:txBody>
      </p:sp>
      <p:sp>
        <p:nvSpPr>
          <p:cNvPr id="24" name="文字方塊 23">
            <a:extLst>
              <a:ext uri="{FF2B5EF4-FFF2-40B4-BE49-F238E27FC236}">
                <a16:creationId xmlns:a16="http://schemas.microsoft.com/office/drawing/2014/main" id="{2F0114F2-3D62-0BD8-958A-2160972124EE}"/>
              </a:ext>
            </a:extLst>
          </p:cNvPr>
          <p:cNvSpPr txBox="1"/>
          <p:nvPr/>
        </p:nvSpPr>
        <p:spPr>
          <a:xfrm>
            <a:off x="4579938" y="1618339"/>
            <a:ext cx="3243262" cy="261610"/>
          </a:xfrm>
          <a:prstGeom prst="rect">
            <a:avLst/>
          </a:prstGeom>
          <a:noFill/>
        </p:spPr>
        <p:txBody>
          <a:bodyPr wrap="square" rtlCol="0">
            <a:spAutoFit/>
          </a:bodyPr>
          <a:lstStyle/>
          <a:p>
            <a:r>
              <a:rPr lang="en-US" altLang="zh-TW" sz="1100" dirty="0"/>
              <a:t>X1        X2         X3        X4         X5        X6        X7         X8  </a:t>
            </a:r>
            <a:endParaRPr lang="zh-TW" altLang="en-US" sz="1100" dirty="0"/>
          </a:p>
        </p:txBody>
      </p:sp>
      <p:cxnSp>
        <p:nvCxnSpPr>
          <p:cNvPr id="29" name="直線單箭頭接點 28">
            <a:extLst>
              <a:ext uri="{FF2B5EF4-FFF2-40B4-BE49-F238E27FC236}">
                <a16:creationId xmlns:a16="http://schemas.microsoft.com/office/drawing/2014/main" id="{9218DE13-0236-DFB6-B278-DF82CCF609EB}"/>
              </a:ext>
            </a:extLst>
          </p:cNvPr>
          <p:cNvCxnSpPr>
            <a:cxnSpLocks/>
          </p:cNvCxnSpPr>
          <p:nvPr/>
        </p:nvCxnSpPr>
        <p:spPr>
          <a:xfrm>
            <a:off x="6039485" y="2153347"/>
            <a:ext cx="0" cy="163607"/>
          </a:xfrm>
          <a:prstGeom prst="straightConnector1">
            <a:avLst/>
          </a:prstGeom>
          <a:ln w="19050" cap="flat" cmpd="sng" algn="ctr">
            <a:solidFill>
              <a:srgbClr val="0070C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mc:Choice xmlns:am3d="http://schemas.microsoft.com/office/drawing/2017/model3d" Requires="am3d">
          <p:graphicFrame>
            <p:nvGraphicFramePr>
              <p:cNvPr id="31" name="3D 模型 30" descr="Pyritohedron Grey">
                <a:extLst>
                  <a:ext uri="{FF2B5EF4-FFF2-40B4-BE49-F238E27FC236}">
                    <a16:creationId xmlns:a16="http://schemas.microsoft.com/office/drawing/2014/main" id="{413EC4E0-C1AB-0AF4-0CC8-02B81DD4098D}"/>
                  </a:ext>
                </a:extLst>
              </p:cNvPr>
              <p:cNvGraphicFramePr>
                <a:graphicFrameLocks noChangeAspect="1"/>
              </p:cNvGraphicFramePr>
              <p:nvPr>
                <p:extLst>
                  <p:ext uri="{D42A27DB-BD31-4B8C-83A1-F6EECF244321}">
                    <p14:modId xmlns:p14="http://schemas.microsoft.com/office/powerpoint/2010/main" val="1828295330"/>
                  </p:ext>
                </p:extLst>
              </p:nvPr>
            </p:nvGraphicFramePr>
            <p:xfrm>
              <a:off x="5661829" y="2279480"/>
              <a:ext cx="880710" cy="929638"/>
            </p:xfrm>
            <a:graphic>
              <a:graphicData uri="http://schemas.microsoft.com/office/drawing/2017/model3d">
                <am3d:model3d r:embed="rId5">
                  <am3d:spPr>
                    <a:xfrm>
                      <a:off x="0" y="0"/>
                      <a:ext cx="880710" cy="929638"/>
                    </a:xfrm>
                    <a:prstGeom prst="rect">
                      <a:avLst/>
                    </a:prstGeom>
                  </am3d:spPr>
                  <am3d:camera>
                    <am3d:pos x="0" y="0" z="81468764"/>
                    <am3d:up dx="0" dy="36000000" dz="0"/>
                    <am3d:lookAt x="0" y="0" z="0"/>
                    <am3d:perspective fov="2700000"/>
                  </am3d:camera>
                  <am3d:trans>
                    <am3d:meterPerModelUnit n="117985" d="1000000"/>
                    <am3d:preTrans dx="0" dy="-17999997" dz="0"/>
                    <am3d:scale>
                      <am3d:sx n="1000000" d="1000000"/>
                      <am3d:sy n="1000000" d="1000000"/>
                      <am3d:sz n="1000000" d="1000000"/>
                    </am3d:scale>
                    <am3d:rot ax="8700000" ay="1800000" az="9600000"/>
                    <am3d:postTrans dx="0" dy="0" dz="0"/>
                  </am3d:trans>
                  <am3d:raster rName="Office3DRenderer" rVer="16.0.8326">
                    <am3d:blip r:embed="rId6"/>
                  </am3d:raster>
                  <am3d:objViewport viewportSz="130475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1" name="3D 模型 30" descr="Pyritohedron Grey">
                <a:extLst>
                  <a:ext uri="{FF2B5EF4-FFF2-40B4-BE49-F238E27FC236}">
                    <a16:creationId xmlns:a16="http://schemas.microsoft.com/office/drawing/2014/main" id="{413EC4E0-C1AB-0AF4-0CC8-02B81DD4098D}"/>
                  </a:ext>
                </a:extLst>
              </p:cNvPr>
              <p:cNvPicPr>
                <a:picLocks noGrp="1" noRot="1" noChangeAspect="1" noMove="1" noResize="1" noEditPoints="1" noAdjustHandles="1" noChangeArrowheads="1" noChangeShapeType="1" noCrop="1"/>
              </p:cNvPicPr>
              <p:nvPr/>
            </p:nvPicPr>
            <p:blipFill>
              <a:blip r:embed="rId6"/>
              <a:stretch>
                <a:fillRect/>
              </a:stretch>
            </p:blipFill>
            <p:spPr>
              <a:xfrm>
                <a:off x="5661829" y="2279480"/>
                <a:ext cx="880710" cy="929638"/>
              </a:xfrm>
              <a:prstGeom prst="rect">
                <a:avLst/>
              </a:prstGeom>
            </p:spPr>
          </p:pic>
        </mc:Fallback>
      </mc:AlternateContent>
      <p:sp>
        <p:nvSpPr>
          <p:cNvPr id="32" name="文字方塊 31">
            <a:extLst>
              <a:ext uri="{FF2B5EF4-FFF2-40B4-BE49-F238E27FC236}">
                <a16:creationId xmlns:a16="http://schemas.microsoft.com/office/drawing/2014/main" id="{296ED693-0E45-9E9B-E8FC-1CEE0672C7DD}"/>
              </a:ext>
            </a:extLst>
          </p:cNvPr>
          <p:cNvSpPr txBox="1"/>
          <p:nvPr/>
        </p:nvSpPr>
        <p:spPr>
          <a:xfrm>
            <a:off x="5641340" y="2580693"/>
            <a:ext cx="1163638" cy="215444"/>
          </a:xfrm>
          <a:prstGeom prst="rect">
            <a:avLst/>
          </a:prstGeom>
          <a:noFill/>
        </p:spPr>
        <p:txBody>
          <a:bodyPr wrap="square" rtlCol="0">
            <a:spAutoFit/>
          </a:bodyPr>
          <a:lstStyle/>
          <a:p>
            <a:r>
              <a:rPr lang="en-US" altLang="zh-TW" sz="800" dirty="0">
                <a:solidFill>
                  <a:schemeClr val="bg1"/>
                </a:solidFill>
              </a:rPr>
              <a:t>Embedded Layer</a:t>
            </a:r>
            <a:endParaRPr lang="zh-TW" altLang="en-US" sz="800" dirty="0">
              <a:solidFill>
                <a:schemeClr val="bg1"/>
              </a:solidFill>
            </a:endParaRPr>
          </a:p>
        </p:txBody>
      </p:sp>
      <p:sp>
        <p:nvSpPr>
          <p:cNvPr id="33" name="文字方塊 32">
            <a:extLst>
              <a:ext uri="{FF2B5EF4-FFF2-40B4-BE49-F238E27FC236}">
                <a16:creationId xmlns:a16="http://schemas.microsoft.com/office/drawing/2014/main" id="{BF623D6F-B4E8-DC20-58EB-CBF3917E1E91}"/>
              </a:ext>
            </a:extLst>
          </p:cNvPr>
          <p:cNvSpPr txBox="1"/>
          <p:nvPr/>
        </p:nvSpPr>
        <p:spPr>
          <a:xfrm>
            <a:off x="5680190" y="2710675"/>
            <a:ext cx="1085938" cy="200055"/>
          </a:xfrm>
          <a:prstGeom prst="rect">
            <a:avLst/>
          </a:prstGeom>
          <a:noFill/>
        </p:spPr>
        <p:txBody>
          <a:bodyPr wrap="square" rtlCol="0">
            <a:spAutoFit/>
          </a:bodyPr>
          <a:lstStyle/>
          <a:p>
            <a:r>
              <a:rPr lang="en-US" altLang="zh-TW" sz="700" dirty="0">
                <a:solidFill>
                  <a:schemeClr val="bg1"/>
                </a:solidFill>
              </a:rPr>
              <a:t>177M parameters</a:t>
            </a:r>
            <a:endParaRPr lang="zh-TW" altLang="en-US" sz="700" dirty="0">
              <a:solidFill>
                <a:schemeClr val="bg1"/>
              </a:solidFill>
            </a:endParaRPr>
          </a:p>
        </p:txBody>
      </p:sp>
      <p:sp>
        <p:nvSpPr>
          <p:cNvPr id="36" name="橢圓 35">
            <a:extLst>
              <a:ext uri="{FF2B5EF4-FFF2-40B4-BE49-F238E27FC236}">
                <a16:creationId xmlns:a16="http://schemas.microsoft.com/office/drawing/2014/main" id="{76DD46F2-50A2-2A51-F09E-5481040CA242}"/>
              </a:ext>
            </a:extLst>
          </p:cNvPr>
          <p:cNvSpPr/>
          <p:nvPr/>
        </p:nvSpPr>
        <p:spPr>
          <a:xfrm>
            <a:off x="4744085" y="3324614"/>
            <a:ext cx="467019" cy="488574"/>
          </a:xfrm>
          <a:prstGeom prst="ellipse">
            <a:avLst/>
          </a:prstGeom>
          <a:solidFill>
            <a:schemeClr val="bg1"/>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1050" dirty="0"/>
              <a:t>x1</a:t>
            </a:r>
            <a:endParaRPr lang="zh-TW" altLang="en-US" sz="4400" dirty="0"/>
          </a:p>
        </p:txBody>
      </p:sp>
      <p:sp>
        <p:nvSpPr>
          <p:cNvPr id="38" name="橢圓 37">
            <a:extLst>
              <a:ext uri="{FF2B5EF4-FFF2-40B4-BE49-F238E27FC236}">
                <a16:creationId xmlns:a16="http://schemas.microsoft.com/office/drawing/2014/main" id="{96075F88-290D-67FA-2DC3-303966A91434}"/>
              </a:ext>
            </a:extLst>
          </p:cNvPr>
          <p:cNvSpPr/>
          <p:nvPr/>
        </p:nvSpPr>
        <p:spPr>
          <a:xfrm>
            <a:off x="5412910" y="3328933"/>
            <a:ext cx="467019" cy="488574"/>
          </a:xfrm>
          <a:prstGeom prst="ellipse">
            <a:avLst/>
          </a:prstGeom>
          <a:solidFill>
            <a:schemeClr val="bg1"/>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1050" dirty="0"/>
              <a:t>x1</a:t>
            </a:r>
            <a:endParaRPr lang="zh-TW" altLang="en-US" sz="4400" dirty="0"/>
          </a:p>
        </p:txBody>
      </p:sp>
      <p:sp>
        <p:nvSpPr>
          <p:cNvPr id="39" name="橢圓 38">
            <a:extLst>
              <a:ext uri="{FF2B5EF4-FFF2-40B4-BE49-F238E27FC236}">
                <a16:creationId xmlns:a16="http://schemas.microsoft.com/office/drawing/2014/main" id="{5C76F50E-3316-8023-1954-0B546508CBF7}"/>
              </a:ext>
            </a:extLst>
          </p:cNvPr>
          <p:cNvSpPr/>
          <p:nvPr/>
        </p:nvSpPr>
        <p:spPr>
          <a:xfrm>
            <a:off x="6058070" y="3324614"/>
            <a:ext cx="467019" cy="488574"/>
          </a:xfrm>
          <a:prstGeom prst="ellipse">
            <a:avLst/>
          </a:prstGeom>
          <a:solidFill>
            <a:schemeClr val="bg1"/>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1050" dirty="0"/>
              <a:t>x1</a:t>
            </a:r>
            <a:endParaRPr lang="zh-TW" altLang="en-US" sz="4400" dirty="0"/>
          </a:p>
        </p:txBody>
      </p:sp>
      <p:sp>
        <p:nvSpPr>
          <p:cNvPr id="40" name="橢圓 39">
            <a:extLst>
              <a:ext uri="{FF2B5EF4-FFF2-40B4-BE49-F238E27FC236}">
                <a16:creationId xmlns:a16="http://schemas.microsoft.com/office/drawing/2014/main" id="{F5AF1B9C-6279-4DDF-0970-44A8504F9FBA}"/>
              </a:ext>
            </a:extLst>
          </p:cNvPr>
          <p:cNvSpPr/>
          <p:nvPr/>
        </p:nvSpPr>
        <p:spPr>
          <a:xfrm>
            <a:off x="7102475" y="3332234"/>
            <a:ext cx="467019" cy="488574"/>
          </a:xfrm>
          <a:prstGeom prst="ellipse">
            <a:avLst/>
          </a:prstGeom>
          <a:solidFill>
            <a:schemeClr val="bg1"/>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1050" dirty="0"/>
              <a:t>x1</a:t>
            </a:r>
            <a:endParaRPr lang="zh-TW" altLang="en-US" sz="4400" dirty="0"/>
          </a:p>
        </p:txBody>
      </p:sp>
      <p:sp>
        <p:nvSpPr>
          <p:cNvPr id="41" name="文字方塊 40">
            <a:extLst>
              <a:ext uri="{FF2B5EF4-FFF2-40B4-BE49-F238E27FC236}">
                <a16:creationId xmlns:a16="http://schemas.microsoft.com/office/drawing/2014/main" id="{4D8BD387-0C0B-D0F0-4908-52ACB080E755}"/>
              </a:ext>
            </a:extLst>
          </p:cNvPr>
          <p:cNvSpPr txBox="1"/>
          <p:nvPr/>
        </p:nvSpPr>
        <p:spPr>
          <a:xfrm>
            <a:off x="6680834" y="3430401"/>
            <a:ext cx="309245" cy="276999"/>
          </a:xfrm>
          <a:prstGeom prst="rect">
            <a:avLst/>
          </a:prstGeom>
          <a:noFill/>
        </p:spPr>
        <p:txBody>
          <a:bodyPr wrap="square" rtlCol="0">
            <a:spAutoFit/>
          </a:bodyPr>
          <a:lstStyle/>
          <a:p>
            <a:r>
              <a:rPr lang="en-US" altLang="zh-TW" sz="1200" dirty="0"/>
              <a:t>…</a:t>
            </a:r>
            <a:endParaRPr lang="zh-TW" altLang="en-US" sz="1200" dirty="0"/>
          </a:p>
        </p:txBody>
      </p:sp>
      <p:sp>
        <p:nvSpPr>
          <p:cNvPr id="42" name="矩形 41">
            <a:extLst>
              <a:ext uri="{FF2B5EF4-FFF2-40B4-BE49-F238E27FC236}">
                <a16:creationId xmlns:a16="http://schemas.microsoft.com/office/drawing/2014/main" id="{71176195-EC35-E11D-4448-A6CCF4769DED}"/>
              </a:ext>
            </a:extLst>
          </p:cNvPr>
          <p:cNvSpPr/>
          <p:nvPr/>
        </p:nvSpPr>
        <p:spPr>
          <a:xfrm>
            <a:off x="4394835" y="3990975"/>
            <a:ext cx="440690" cy="203200"/>
          </a:xfrm>
          <a:prstGeom prst="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TW" sz="800" dirty="0">
                <a:solidFill>
                  <a:schemeClr val="bg1"/>
                </a:solidFill>
              </a:rPr>
              <a:t>LSTM</a:t>
            </a:r>
            <a:endParaRPr lang="zh-TW" altLang="en-US" sz="800" dirty="0">
              <a:solidFill>
                <a:schemeClr val="bg1"/>
              </a:solidFill>
            </a:endParaRPr>
          </a:p>
        </p:txBody>
      </p:sp>
      <p:cxnSp>
        <p:nvCxnSpPr>
          <p:cNvPr id="44" name="直線單箭頭接點 43">
            <a:extLst>
              <a:ext uri="{FF2B5EF4-FFF2-40B4-BE49-F238E27FC236}">
                <a16:creationId xmlns:a16="http://schemas.microsoft.com/office/drawing/2014/main" id="{18A3A426-1DA0-48D8-2A37-4CE1D9230EC6}"/>
              </a:ext>
            </a:extLst>
          </p:cNvPr>
          <p:cNvCxnSpPr>
            <a:stCxn id="36" idx="3"/>
            <a:endCxn id="42" idx="0"/>
          </p:cNvCxnSpPr>
          <p:nvPr/>
        </p:nvCxnSpPr>
        <p:spPr>
          <a:xfrm flipH="1">
            <a:off x="4615180" y="3741638"/>
            <a:ext cx="197298" cy="24933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45" name="矩形 44">
            <a:extLst>
              <a:ext uri="{FF2B5EF4-FFF2-40B4-BE49-F238E27FC236}">
                <a16:creationId xmlns:a16="http://schemas.microsoft.com/office/drawing/2014/main" id="{94C23D1B-32A0-61B1-8953-DB84A9D85D70}"/>
              </a:ext>
            </a:extLst>
          </p:cNvPr>
          <p:cNvSpPr/>
          <p:nvPr/>
        </p:nvSpPr>
        <p:spPr>
          <a:xfrm>
            <a:off x="5089525" y="3990975"/>
            <a:ext cx="440690" cy="203200"/>
          </a:xfrm>
          <a:prstGeom prst="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TW" sz="800" dirty="0">
                <a:solidFill>
                  <a:schemeClr val="bg1"/>
                </a:solidFill>
              </a:rPr>
              <a:t>LSTM</a:t>
            </a:r>
            <a:endParaRPr lang="zh-TW" altLang="en-US" sz="800" dirty="0">
              <a:solidFill>
                <a:schemeClr val="bg1"/>
              </a:solidFill>
            </a:endParaRPr>
          </a:p>
        </p:txBody>
      </p:sp>
      <p:sp>
        <p:nvSpPr>
          <p:cNvPr id="46" name="矩形 45">
            <a:extLst>
              <a:ext uri="{FF2B5EF4-FFF2-40B4-BE49-F238E27FC236}">
                <a16:creationId xmlns:a16="http://schemas.microsoft.com/office/drawing/2014/main" id="{8D53D4CD-B957-746E-86CE-71C50321FB7D}"/>
              </a:ext>
            </a:extLst>
          </p:cNvPr>
          <p:cNvSpPr/>
          <p:nvPr/>
        </p:nvSpPr>
        <p:spPr>
          <a:xfrm>
            <a:off x="5755229" y="3990975"/>
            <a:ext cx="440690" cy="203200"/>
          </a:xfrm>
          <a:prstGeom prst="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TW" sz="800" dirty="0">
                <a:solidFill>
                  <a:schemeClr val="bg1"/>
                </a:solidFill>
              </a:rPr>
              <a:t>LSTM</a:t>
            </a:r>
            <a:endParaRPr lang="zh-TW" altLang="en-US" sz="800" dirty="0">
              <a:solidFill>
                <a:schemeClr val="bg1"/>
              </a:solidFill>
            </a:endParaRPr>
          </a:p>
        </p:txBody>
      </p:sp>
      <p:sp>
        <p:nvSpPr>
          <p:cNvPr id="47" name="矩形 46">
            <a:extLst>
              <a:ext uri="{FF2B5EF4-FFF2-40B4-BE49-F238E27FC236}">
                <a16:creationId xmlns:a16="http://schemas.microsoft.com/office/drawing/2014/main" id="{2B3CD8E7-98E7-9333-66E7-AEB975B8B089}"/>
              </a:ext>
            </a:extLst>
          </p:cNvPr>
          <p:cNvSpPr/>
          <p:nvPr/>
        </p:nvSpPr>
        <p:spPr>
          <a:xfrm>
            <a:off x="6774815" y="3990975"/>
            <a:ext cx="440690" cy="203200"/>
          </a:xfrm>
          <a:prstGeom prst="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TW" sz="800" dirty="0">
                <a:solidFill>
                  <a:schemeClr val="bg1"/>
                </a:solidFill>
              </a:rPr>
              <a:t>LSTM</a:t>
            </a:r>
            <a:endParaRPr lang="zh-TW" altLang="en-US" sz="800" dirty="0">
              <a:solidFill>
                <a:schemeClr val="bg1"/>
              </a:solidFill>
            </a:endParaRPr>
          </a:p>
        </p:txBody>
      </p:sp>
      <p:cxnSp>
        <p:nvCxnSpPr>
          <p:cNvPr id="50" name="直線單箭頭接點 49">
            <a:extLst>
              <a:ext uri="{FF2B5EF4-FFF2-40B4-BE49-F238E27FC236}">
                <a16:creationId xmlns:a16="http://schemas.microsoft.com/office/drawing/2014/main" id="{CC20422A-3DED-C9A5-AE17-E2523F8EF5B0}"/>
              </a:ext>
            </a:extLst>
          </p:cNvPr>
          <p:cNvCxnSpPr>
            <a:stCxn id="38" idx="3"/>
            <a:endCxn id="45" idx="0"/>
          </p:cNvCxnSpPr>
          <p:nvPr/>
        </p:nvCxnSpPr>
        <p:spPr>
          <a:xfrm flipH="1">
            <a:off x="5309870" y="3745957"/>
            <a:ext cx="171433" cy="245018"/>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52" name="直線單箭頭接點 51">
            <a:extLst>
              <a:ext uri="{FF2B5EF4-FFF2-40B4-BE49-F238E27FC236}">
                <a16:creationId xmlns:a16="http://schemas.microsoft.com/office/drawing/2014/main" id="{D5BAB14F-577C-8001-035B-8ECBE942BB4A}"/>
              </a:ext>
            </a:extLst>
          </p:cNvPr>
          <p:cNvCxnSpPr>
            <a:cxnSpLocks/>
            <a:stCxn id="39" idx="3"/>
            <a:endCxn id="46" idx="0"/>
          </p:cNvCxnSpPr>
          <p:nvPr/>
        </p:nvCxnSpPr>
        <p:spPr>
          <a:xfrm flipH="1">
            <a:off x="5975574" y="3741638"/>
            <a:ext cx="150889" cy="24933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54" name="直線單箭頭接點 53">
            <a:extLst>
              <a:ext uri="{FF2B5EF4-FFF2-40B4-BE49-F238E27FC236}">
                <a16:creationId xmlns:a16="http://schemas.microsoft.com/office/drawing/2014/main" id="{33E4A9E5-5DC3-5DEF-E5D2-55D13DB7E635}"/>
              </a:ext>
            </a:extLst>
          </p:cNvPr>
          <p:cNvCxnSpPr>
            <a:stCxn id="40" idx="3"/>
            <a:endCxn id="47" idx="0"/>
          </p:cNvCxnSpPr>
          <p:nvPr/>
        </p:nvCxnSpPr>
        <p:spPr>
          <a:xfrm flipH="1">
            <a:off x="6995160" y="3749258"/>
            <a:ext cx="175708" cy="24171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55" name="矩形 54">
            <a:extLst>
              <a:ext uri="{FF2B5EF4-FFF2-40B4-BE49-F238E27FC236}">
                <a16:creationId xmlns:a16="http://schemas.microsoft.com/office/drawing/2014/main" id="{D90BE56A-0DAF-76EB-452A-9A0A8DE028EC}"/>
              </a:ext>
            </a:extLst>
          </p:cNvPr>
          <p:cNvSpPr/>
          <p:nvPr/>
        </p:nvSpPr>
        <p:spPr>
          <a:xfrm>
            <a:off x="4759960" y="4367643"/>
            <a:ext cx="440690" cy="203200"/>
          </a:xfrm>
          <a:prstGeom prst="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TW" sz="800" dirty="0">
                <a:solidFill>
                  <a:schemeClr val="bg1"/>
                </a:solidFill>
              </a:rPr>
              <a:t>LSTM</a:t>
            </a:r>
            <a:endParaRPr lang="zh-TW" altLang="en-US" sz="800" dirty="0">
              <a:solidFill>
                <a:schemeClr val="bg1"/>
              </a:solidFill>
            </a:endParaRPr>
          </a:p>
        </p:txBody>
      </p:sp>
      <p:sp>
        <p:nvSpPr>
          <p:cNvPr id="57" name="矩形 56">
            <a:extLst>
              <a:ext uri="{FF2B5EF4-FFF2-40B4-BE49-F238E27FC236}">
                <a16:creationId xmlns:a16="http://schemas.microsoft.com/office/drawing/2014/main" id="{AED63E6B-A2EE-10B4-F565-C7221DFE5E2A}"/>
              </a:ext>
            </a:extLst>
          </p:cNvPr>
          <p:cNvSpPr/>
          <p:nvPr/>
        </p:nvSpPr>
        <p:spPr>
          <a:xfrm>
            <a:off x="5431960" y="4362175"/>
            <a:ext cx="440690" cy="203200"/>
          </a:xfrm>
          <a:prstGeom prst="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TW" sz="800" dirty="0">
                <a:solidFill>
                  <a:schemeClr val="bg1"/>
                </a:solidFill>
              </a:rPr>
              <a:t>LSTM</a:t>
            </a:r>
            <a:endParaRPr lang="zh-TW" altLang="en-US" sz="800" dirty="0">
              <a:solidFill>
                <a:schemeClr val="bg1"/>
              </a:solidFill>
            </a:endParaRPr>
          </a:p>
        </p:txBody>
      </p:sp>
      <p:sp>
        <p:nvSpPr>
          <p:cNvPr id="58" name="矩形 57">
            <a:extLst>
              <a:ext uri="{FF2B5EF4-FFF2-40B4-BE49-F238E27FC236}">
                <a16:creationId xmlns:a16="http://schemas.microsoft.com/office/drawing/2014/main" id="{C1CF1816-F64E-0224-C47E-86A69E4FA3FF}"/>
              </a:ext>
            </a:extLst>
          </p:cNvPr>
          <p:cNvSpPr/>
          <p:nvPr/>
        </p:nvSpPr>
        <p:spPr>
          <a:xfrm>
            <a:off x="6088139" y="4362175"/>
            <a:ext cx="440690" cy="203200"/>
          </a:xfrm>
          <a:prstGeom prst="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TW" sz="800" dirty="0">
                <a:solidFill>
                  <a:schemeClr val="bg1"/>
                </a:solidFill>
              </a:rPr>
              <a:t>LSTM</a:t>
            </a:r>
            <a:endParaRPr lang="zh-TW" altLang="en-US" sz="800" dirty="0">
              <a:solidFill>
                <a:schemeClr val="bg1"/>
              </a:solidFill>
            </a:endParaRPr>
          </a:p>
        </p:txBody>
      </p:sp>
      <p:sp>
        <p:nvSpPr>
          <p:cNvPr id="59" name="矩形 58">
            <a:extLst>
              <a:ext uri="{FF2B5EF4-FFF2-40B4-BE49-F238E27FC236}">
                <a16:creationId xmlns:a16="http://schemas.microsoft.com/office/drawing/2014/main" id="{7AC966D4-ED54-FAA6-0365-494F6E3BE33C}"/>
              </a:ext>
            </a:extLst>
          </p:cNvPr>
          <p:cNvSpPr/>
          <p:nvPr/>
        </p:nvSpPr>
        <p:spPr>
          <a:xfrm>
            <a:off x="7123600" y="4362175"/>
            <a:ext cx="440690" cy="203200"/>
          </a:xfrm>
          <a:prstGeom prst="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TW" sz="800" dirty="0">
                <a:solidFill>
                  <a:schemeClr val="bg1"/>
                </a:solidFill>
              </a:rPr>
              <a:t>LSTM</a:t>
            </a:r>
            <a:endParaRPr lang="zh-TW" altLang="en-US" sz="800" dirty="0">
              <a:solidFill>
                <a:schemeClr val="bg1"/>
              </a:solidFill>
            </a:endParaRPr>
          </a:p>
        </p:txBody>
      </p:sp>
      <p:cxnSp>
        <p:nvCxnSpPr>
          <p:cNvPr id="61" name="直線單箭頭接點 60">
            <a:extLst>
              <a:ext uri="{FF2B5EF4-FFF2-40B4-BE49-F238E27FC236}">
                <a16:creationId xmlns:a16="http://schemas.microsoft.com/office/drawing/2014/main" id="{1D372B11-ADB9-499C-B03E-92C3AFF76ED4}"/>
              </a:ext>
            </a:extLst>
          </p:cNvPr>
          <p:cNvCxnSpPr>
            <a:endCxn id="55" idx="0"/>
          </p:cNvCxnSpPr>
          <p:nvPr/>
        </p:nvCxnSpPr>
        <p:spPr>
          <a:xfrm>
            <a:off x="4977541" y="3820808"/>
            <a:ext cx="2764" cy="546835"/>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63" name="直線單箭頭接點 62">
            <a:extLst>
              <a:ext uri="{FF2B5EF4-FFF2-40B4-BE49-F238E27FC236}">
                <a16:creationId xmlns:a16="http://schemas.microsoft.com/office/drawing/2014/main" id="{430E9DC9-C848-63AF-EEBF-2200C02AC818}"/>
              </a:ext>
            </a:extLst>
          </p:cNvPr>
          <p:cNvCxnSpPr>
            <a:endCxn id="57" idx="0"/>
          </p:cNvCxnSpPr>
          <p:nvPr/>
        </p:nvCxnSpPr>
        <p:spPr>
          <a:xfrm>
            <a:off x="5641340" y="3820808"/>
            <a:ext cx="10965" cy="54136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025" name="直線單箭頭接點 1024">
            <a:extLst>
              <a:ext uri="{FF2B5EF4-FFF2-40B4-BE49-F238E27FC236}">
                <a16:creationId xmlns:a16="http://schemas.microsoft.com/office/drawing/2014/main" id="{9A631D42-B55B-C771-319D-FF0AC0BF1787}"/>
              </a:ext>
            </a:extLst>
          </p:cNvPr>
          <p:cNvCxnSpPr>
            <a:stCxn id="39" idx="4"/>
            <a:endCxn id="58" idx="0"/>
          </p:cNvCxnSpPr>
          <p:nvPr/>
        </p:nvCxnSpPr>
        <p:spPr>
          <a:xfrm>
            <a:off x="6291580" y="3813188"/>
            <a:ext cx="16904" cy="54898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028" name="直線單箭頭接點 1027">
            <a:extLst>
              <a:ext uri="{FF2B5EF4-FFF2-40B4-BE49-F238E27FC236}">
                <a16:creationId xmlns:a16="http://schemas.microsoft.com/office/drawing/2014/main" id="{6D8CA660-544C-A151-1634-35C9D83DF753}"/>
              </a:ext>
            </a:extLst>
          </p:cNvPr>
          <p:cNvCxnSpPr>
            <a:stCxn id="40" idx="4"/>
            <a:endCxn id="59" idx="0"/>
          </p:cNvCxnSpPr>
          <p:nvPr/>
        </p:nvCxnSpPr>
        <p:spPr>
          <a:xfrm>
            <a:off x="7335985" y="3820808"/>
            <a:ext cx="7960" cy="54136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030" name="直線單箭頭接點 1029">
            <a:extLst>
              <a:ext uri="{FF2B5EF4-FFF2-40B4-BE49-F238E27FC236}">
                <a16:creationId xmlns:a16="http://schemas.microsoft.com/office/drawing/2014/main" id="{1D3A8693-898C-BDE6-A1F9-DEFBD76E34FE}"/>
              </a:ext>
            </a:extLst>
          </p:cNvPr>
          <p:cNvCxnSpPr>
            <a:stCxn id="42" idx="3"/>
            <a:endCxn id="45" idx="1"/>
          </p:cNvCxnSpPr>
          <p:nvPr/>
        </p:nvCxnSpPr>
        <p:spPr>
          <a:xfrm>
            <a:off x="4835525" y="4092575"/>
            <a:ext cx="254000" cy="0"/>
          </a:xfrm>
          <a:prstGeom prst="straightConnector1">
            <a:avLst/>
          </a:prstGeom>
          <a:ln w="12700">
            <a:solidFill>
              <a:srgbClr val="0070C0"/>
            </a:solidFill>
            <a:tailEnd type="triangle"/>
          </a:ln>
        </p:spPr>
        <p:style>
          <a:lnRef idx="1">
            <a:schemeClr val="accent6"/>
          </a:lnRef>
          <a:fillRef idx="0">
            <a:schemeClr val="accent6"/>
          </a:fillRef>
          <a:effectRef idx="0">
            <a:schemeClr val="accent6"/>
          </a:effectRef>
          <a:fontRef idx="minor">
            <a:schemeClr val="tx1"/>
          </a:fontRef>
        </p:style>
      </p:cxnSp>
      <p:cxnSp>
        <p:nvCxnSpPr>
          <p:cNvPr id="1032" name="直線單箭頭接點 1031">
            <a:extLst>
              <a:ext uri="{FF2B5EF4-FFF2-40B4-BE49-F238E27FC236}">
                <a16:creationId xmlns:a16="http://schemas.microsoft.com/office/drawing/2014/main" id="{19D26285-D6DD-AC2B-FE64-77FD5FBEC20F}"/>
              </a:ext>
            </a:extLst>
          </p:cNvPr>
          <p:cNvCxnSpPr>
            <a:cxnSpLocks/>
            <a:stCxn id="45" idx="3"/>
            <a:endCxn id="46" idx="1"/>
          </p:cNvCxnSpPr>
          <p:nvPr/>
        </p:nvCxnSpPr>
        <p:spPr>
          <a:xfrm>
            <a:off x="5530215" y="4092575"/>
            <a:ext cx="225014" cy="0"/>
          </a:xfrm>
          <a:prstGeom prst="straightConnector1">
            <a:avLst/>
          </a:prstGeom>
          <a:ln w="12700">
            <a:solidFill>
              <a:srgbClr val="0070C0"/>
            </a:solidFill>
            <a:tailEnd type="triangle"/>
          </a:ln>
        </p:spPr>
        <p:style>
          <a:lnRef idx="1">
            <a:schemeClr val="accent6"/>
          </a:lnRef>
          <a:fillRef idx="0">
            <a:schemeClr val="accent6"/>
          </a:fillRef>
          <a:effectRef idx="0">
            <a:schemeClr val="accent6"/>
          </a:effectRef>
          <a:fontRef idx="minor">
            <a:schemeClr val="tx1"/>
          </a:fontRef>
        </p:style>
      </p:cxnSp>
      <p:cxnSp>
        <p:nvCxnSpPr>
          <p:cNvPr id="1038" name="直線單箭頭接點 1037">
            <a:extLst>
              <a:ext uri="{FF2B5EF4-FFF2-40B4-BE49-F238E27FC236}">
                <a16:creationId xmlns:a16="http://schemas.microsoft.com/office/drawing/2014/main" id="{0C3927D8-450D-C638-ECD5-25DF7BA31F24}"/>
              </a:ext>
            </a:extLst>
          </p:cNvPr>
          <p:cNvCxnSpPr>
            <a:endCxn id="47" idx="1"/>
          </p:cNvCxnSpPr>
          <p:nvPr/>
        </p:nvCxnSpPr>
        <p:spPr>
          <a:xfrm>
            <a:off x="6200140" y="4092575"/>
            <a:ext cx="574675" cy="0"/>
          </a:xfrm>
          <a:prstGeom prst="straightConnector1">
            <a:avLst/>
          </a:prstGeom>
          <a:ln w="12700">
            <a:solidFill>
              <a:srgbClr val="0070C0"/>
            </a:solidFill>
            <a:tailEnd type="triangle"/>
          </a:ln>
        </p:spPr>
        <p:style>
          <a:lnRef idx="1">
            <a:schemeClr val="accent6"/>
          </a:lnRef>
          <a:fillRef idx="0">
            <a:schemeClr val="accent6"/>
          </a:fillRef>
          <a:effectRef idx="0">
            <a:schemeClr val="accent6"/>
          </a:effectRef>
          <a:fontRef idx="minor">
            <a:schemeClr val="tx1"/>
          </a:fontRef>
        </p:style>
      </p:cxnSp>
      <p:cxnSp>
        <p:nvCxnSpPr>
          <p:cNvPr id="1040" name="直線單箭頭接點 1039">
            <a:extLst>
              <a:ext uri="{FF2B5EF4-FFF2-40B4-BE49-F238E27FC236}">
                <a16:creationId xmlns:a16="http://schemas.microsoft.com/office/drawing/2014/main" id="{AD882F6D-8144-4C59-2CAA-64C3259967D6}"/>
              </a:ext>
            </a:extLst>
          </p:cNvPr>
          <p:cNvCxnSpPr/>
          <p:nvPr/>
        </p:nvCxnSpPr>
        <p:spPr>
          <a:xfrm>
            <a:off x="7215505" y="4092575"/>
            <a:ext cx="689610" cy="0"/>
          </a:xfrm>
          <a:prstGeom prst="straightConnector1">
            <a:avLst/>
          </a:prstGeom>
          <a:ln w="12700">
            <a:solidFill>
              <a:srgbClr val="0070C0"/>
            </a:solidFill>
            <a:tailEnd type="triangle"/>
          </a:ln>
        </p:spPr>
        <p:style>
          <a:lnRef idx="1">
            <a:schemeClr val="accent6"/>
          </a:lnRef>
          <a:fillRef idx="0">
            <a:schemeClr val="accent6"/>
          </a:fillRef>
          <a:effectRef idx="0">
            <a:schemeClr val="accent6"/>
          </a:effectRef>
          <a:fontRef idx="minor">
            <a:schemeClr val="tx1"/>
          </a:fontRef>
        </p:style>
      </p:cxnSp>
      <p:cxnSp>
        <p:nvCxnSpPr>
          <p:cNvPr id="1042" name="直線單箭頭接點 1041">
            <a:extLst>
              <a:ext uri="{FF2B5EF4-FFF2-40B4-BE49-F238E27FC236}">
                <a16:creationId xmlns:a16="http://schemas.microsoft.com/office/drawing/2014/main" id="{4442BB22-D378-D8AD-1216-805A3C4B7F0A}"/>
              </a:ext>
            </a:extLst>
          </p:cNvPr>
          <p:cNvCxnSpPr/>
          <p:nvPr/>
        </p:nvCxnSpPr>
        <p:spPr>
          <a:xfrm flipH="1">
            <a:off x="6525089" y="4464050"/>
            <a:ext cx="598511" cy="0"/>
          </a:xfrm>
          <a:prstGeom prst="straightConnector1">
            <a:avLst/>
          </a:prstGeom>
          <a:ln w="12700">
            <a:solidFill>
              <a:srgbClr val="0070C0"/>
            </a:solidFill>
            <a:tailEnd type="triangle"/>
          </a:ln>
        </p:spPr>
        <p:style>
          <a:lnRef idx="1">
            <a:schemeClr val="accent6"/>
          </a:lnRef>
          <a:fillRef idx="0">
            <a:schemeClr val="accent6"/>
          </a:fillRef>
          <a:effectRef idx="0">
            <a:schemeClr val="accent6"/>
          </a:effectRef>
          <a:fontRef idx="minor">
            <a:schemeClr val="tx1"/>
          </a:fontRef>
        </p:style>
      </p:cxnSp>
      <p:cxnSp>
        <p:nvCxnSpPr>
          <p:cNvPr id="1044" name="直線單箭頭接點 1043">
            <a:extLst>
              <a:ext uri="{FF2B5EF4-FFF2-40B4-BE49-F238E27FC236}">
                <a16:creationId xmlns:a16="http://schemas.microsoft.com/office/drawing/2014/main" id="{2DA60DD2-3E91-34E2-BB6C-FC9CB3551C5C}"/>
              </a:ext>
            </a:extLst>
          </p:cNvPr>
          <p:cNvCxnSpPr>
            <a:stCxn id="58" idx="1"/>
            <a:endCxn id="57" idx="3"/>
          </p:cNvCxnSpPr>
          <p:nvPr/>
        </p:nvCxnSpPr>
        <p:spPr>
          <a:xfrm flipH="1">
            <a:off x="5872650" y="4463775"/>
            <a:ext cx="215489" cy="0"/>
          </a:xfrm>
          <a:prstGeom prst="straightConnector1">
            <a:avLst/>
          </a:prstGeom>
          <a:ln w="12700">
            <a:solidFill>
              <a:srgbClr val="0070C0"/>
            </a:solidFill>
            <a:tailEnd type="triangle"/>
          </a:ln>
        </p:spPr>
        <p:style>
          <a:lnRef idx="1">
            <a:schemeClr val="accent6"/>
          </a:lnRef>
          <a:fillRef idx="0">
            <a:schemeClr val="accent6"/>
          </a:fillRef>
          <a:effectRef idx="0">
            <a:schemeClr val="accent6"/>
          </a:effectRef>
          <a:fontRef idx="minor">
            <a:schemeClr val="tx1"/>
          </a:fontRef>
        </p:style>
      </p:cxnSp>
      <p:cxnSp>
        <p:nvCxnSpPr>
          <p:cNvPr id="1046" name="直線單箭頭接點 1045">
            <a:extLst>
              <a:ext uri="{FF2B5EF4-FFF2-40B4-BE49-F238E27FC236}">
                <a16:creationId xmlns:a16="http://schemas.microsoft.com/office/drawing/2014/main" id="{BF638A2B-25F5-AE40-F502-47B1ECCBE1D5}"/>
              </a:ext>
            </a:extLst>
          </p:cNvPr>
          <p:cNvCxnSpPr>
            <a:stCxn id="57" idx="1"/>
            <a:endCxn id="55" idx="3"/>
          </p:cNvCxnSpPr>
          <p:nvPr/>
        </p:nvCxnSpPr>
        <p:spPr>
          <a:xfrm flipH="1">
            <a:off x="5211104" y="4463775"/>
            <a:ext cx="220856" cy="275"/>
          </a:xfrm>
          <a:prstGeom prst="straightConnector1">
            <a:avLst/>
          </a:prstGeom>
          <a:ln w="12700">
            <a:solidFill>
              <a:srgbClr val="0070C0"/>
            </a:solidFill>
            <a:tailEnd type="triangle"/>
          </a:ln>
        </p:spPr>
        <p:style>
          <a:lnRef idx="1">
            <a:schemeClr val="accent6"/>
          </a:lnRef>
          <a:fillRef idx="0">
            <a:schemeClr val="accent6"/>
          </a:fillRef>
          <a:effectRef idx="0">
            <a:schemeClr val="accent6"/>
          </a:effectRef>
          <a:fontRef idx="minor">
            <a:schemeClr val="tx1"/>
          </a:fontRef>
        </p:style>
      </p:cxnSp>
      <p:cxnSp>
        <p:nvCxnSpPr>
          <p:cNvPr id="1049" name="直線單箭頭接點 1048">
            <a:extLst>
              <a:ext uri="{FF2B5EF4-FFF2-40B4-BE49-F238E27FC236}">
                <a16:creationId xmlns:a16="http://schemas.microsoft.com/office/drawing/2014/main" id="{6CEB24BD-3A63-F62A-4AF8-DF00212B78E8}"/>
              </a:ext>
            </a:extLst>
          </p:cNvPr>
          <p:cNvCxnSpPr/>
          <p:nvPr/>
        </p:nvCxnSpPr>
        <p:spPr>
          <a:xfrm flipH="1">
            <a:off x="4359275" y="4463775"/>
            <a:ext cx="400685" cy="0"/>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1050" name="矩形: 圓角 1049">
            <a:extLst>
              <a:ext uri="{FF2B5EF4-FFF2-40B4-BE49-F238E27FC236}">
                <a16:creationId xmlns:a16="http://schemas.microsoft.com/office/drawing/2014/main" id="{6B0CC57C-D432-B5E5-3A69-A145DA9BC888}"/>
              </a:ext>
            </a:extLst>
          </p:cNvPr>
          <p:cNvSpPr/>
          <p:nvPr/>
        </p:nvSpPr>
        <p:spPr>
          <a:xfrm>
            <a:off x="4579938" y="4683125"/>
            <a:ext cx="598487" cy="203197"/>
          </a:xfrm>
          <a:prstGeom prst="roundRect">
            <a:avLst/>
          </a:prstGeom>
          <a:solidFill>
            <a:srgbClr val="92D05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800" dirty="0">
                <a:solidFill>
                  <a:schemeClr val="tx1"/>
                </a:solidFill>
              </a:rPr>
              <a:t>Sigmoid</a:t>
            </a:r>
            <a:endParaRPr lang="zh-TW" altLang="en-US" sz="800" dirty="0">
              <a:solidFill>
                <a:schemeClr val="tx1"/>
              </a:solidFill>
            </a:endParaRPr>
          </a:p>
        </p:txBody>
      </p:sp>
      <p:sp>
        <p:nvSpPr>
          <p:cNvPr id="1051" name="矩形: 圓角 1050">
            <a:extLst>
              <a:ext uri="{FF2B5EF4-FFF2-40B4-BE49-F238E27FC236}">
                <a16:creationId xmlns:a16="http://schemas.microsoft.com/office/drawing/2014/main" id="{B9D10C49-7498-A224-14FA-237F811FE000}"/>
              </a:ext>
            </a:extLst>
          </p:cNvPr>
          <p:cNvSpPr/>
          <p:nvPr/>
        </p:nvSpPr>
        <p:spPr>
          <a:xfrm>
            <a:off x="5299869" y="4672013"/>
            <a:ext cx="598487" cy="203197"/>
          </a:xfrm>
          <a:prstGeom prst="roundRect">
            <a:avLst/>
          </a:prstGeom>
          <a:solidFill>
            <a:srgbClr val="92D05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8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Sigmoid</a:t>
            </a:r>
            <a:endParaRPr kumimoji="0" lang="zh-TW" altLang="en-US" sz="8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endParaRPr>
          </a:p>
        </p:txBody>
      </p:sp>
      <p:sp>
        <p:nvSpPr>
          <p:cNvPr id="1052" name="矩形: 圓角 1051">
            <a:extLst>
              <a:ext uri="{FF2B5EF4-FFF2-40B4-BE49-F238E27FC236}">
                <a16:creationId xmlns:a16="http://schemas.microsoft.com/office/drawing/2014/main" id="{1E7EE4AE-2F83-8460-D9B6-D7C4E5367603}"/>
              </a:ext>
            </a:extLst>
          </p:cNvPr>
          <p:cNvSpPr/>
          <p:nvPr/>
        </p:nvSpPr>
        <p:spPr>
          <a:xfrm>
            <a:off x="6019800" y="4667250"/>
            <a:ext cx="598487" cy="203197"/>
          </a:xfrm>
          <a:prstGeom prst="roundRect">
            <a:avLst/>
          </a:prstGeom>
          <a:solidFill>
            <a:srgbClr val="92D05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8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Sigmoid</a:t>
            </a:r>
            <a:endParaRPr kumimoji="0" lang="zh-TW" altLang="en-US" sz="8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endParaRPr>
          </a:p>
        </p:txBody>
      </p:sp>
      <p:sp>
        <p:nvSpPr>
          <p:cNvPr id="1053" name="矩形: 圓角 1052">
            <a:extLst>
              <a:ext uri="{FF2B5EF4-FFF2-40B4-BE49-F238E27FC236}">
                <a16:creationId xmlns:a16="http://schemas.microsoft.com/office/drawing/2014/main" id="{52B21AFA-DD94-DD9C-027A-0283B2EA5465}"/>
              </a:ext>
            </a:extLst>
          </p:cNvPr>
          <p:cNvSpPr/>
          <p:nvPr/>
        </p:nvSpPr>
        <p:spPr>
          <a:xfrm>
            <a:off x="7036740" y="4667250"/>
            <a:ext cx="598487" cy="203197"/>
          </a:xfrm>
          <a:prstGeom prst="roundRect">
            <a:avLst/>
          </a:prstGeom>
          <a:solidFill>
            <a:srgbClr val="92D05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8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rPr>
              <a:t>Sigmoid</a:t>
            </a:r>
            <a:endParaRPr kumimoji="0" lang="zh-TW" altLang="en-US" sz="800" b="0" i="0" u="none" strike="noStrike" kern="1200" cap="none" spc="0" normalizeH="0" baseline="0" noProof="0" dirty="0">
              <a:ln>
                <a:noFill/>
              </a:ln>
              <a:solidFill>
                <a:prstClr val="black"/>
              </a:solidFill>
              <a:effectLst/>
              <a:uLnTx/>
              <a:uFillTx/>
              <a:latin typeface="Aptos" panose="02110004020202020204"/>
              <a:ea typeface="新細明體" panose="02020500000000000000" pitchFamily="18" charset="-120"/>
              <a:cs typeface="+mn-cs"/>
            </a:endParaRPr>
          </a:p>
        </p:txBody>
      </p:sp>
      <p:cxnSp>
        <p:nvCxnSpPr>
          <p:cNvPr id="1058" name="直線單箭頭接點 1057">
            <a:extLst>
              <a:ext uri="{FF2B5EF4-FFF2-40B4-BE49-F238E27FC236}">
                <a16:creationId xmlns:a16="http://schemas.microsoft.com/office/drawing/2014/main" id="{462B73A6-206D-4B40-33BE-7CAB33FB0F11}"/>
              </a:ext>
            </a:extLst>
          </p:cNvPr>
          <p:cNvCxnSpPr>
            <a:cxnSpLocks/>
          </p:cNvCxnSpPr>
          <p:nvPr/>
        </p:nvCxnSpPr>
        <p:spPr>
          <a:xfrm>
            <a:off x="6063955" y="3204321"/>
            <a:ext cx="0" cy="163607"/>
          </a:xfrm>
          <a:prstGeom prst="straightConnector1">
            <a:avLst/>
          </a:prstGeom>
          <a:ln w="19050" cap="flat" cmpd="sng" algn="ctr">
            <a:solidFill>
              <a:srgbClr val="0070C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61" name="直線單箭頭接點 1060">
            <a:extLst>
              <a:ext uri="{FF2B5EF4-FFF2-40B4-BE49-F238E27FC236}">
                <a16:creationId xmlns:a16="http://schemas.microsoft.com/office/drawing/2014/main" id="{E058AF5F-CC9A-ECC9-F536-C2A64F9F606D}"/>
              </a:ext>
            </a:extLst>
          </p:cNvPr>
          <p:cNvCxnSpPr>
            <a:cxnSpLocks/>
          </p:cNvCxnSpPr>
          <p:nvPr/>
        </p:nvCxnSpPr>
        <p:spPr>
          <a:xfrm>
            <a:off x="6061314" y="4930854"/>
            <a:ext cx="0" cy="163607"/>
          </a:xfrm>
          <a:prstGeom prst="straightConnector1">
            <a:avLst/>
          </a:prstGeom>
          <a:ln w="19050" cap="flat" cmpd="sng" algn="ctr">
            <a:solidFill>
              <a:srgbClr val="0070C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64" name="矩形 1063">
            <a:extLst>
              <a:ext uri="{FF2B5EF4-FFF2-40B4-BE49-F238E27FC236}">
                <a16:creationId xmlns:a16="http://schemas.microsoft.com/office/drawing/2014/main" id="{12648809-EAA3-967E-EE5D-48F944DCC0FE}"/>
              </a:ext>
            </a:extLst>
          </p:cNvPr>
          <p:cNvSpPr/>
          <p:nvPr/>
        </p:nvSpPr>
        <p:spPr>
          <a:xfrm>
            <a:off x="4912444" y="5114563"/>
            <a:ext cx="884641" cy="8846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66" name="直線接點 1065">
            <a:extLst>
              <a:ext uri="{FF2B5EF4-FFF2-40B4-BE49-F238E27FC236}">
                <a16:creationId xmlns:a16="http://schemas.microsoft.com/office/drawing/2014/main" id="{6065BC73-A3A2-63FA-F8A4-9717EEA7BE41}"/>
              </a:ext>
            </a:extLst>
          </p:cNvPr>
          <p:cNvCxnSpPr>
            <a:cxnSpLocks/>
          </p:cNvCxnSpPr>
          <p:nvPr/>
        </p:nvCxnSpPr>
        <p:spPr>
          <a:xfrm>
            <a:off x="4912444" y="5328561"/>
            <a:ext cx="8846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68" name="直線接點 1067">
            <a:extLst>
              <a:ext uri="{FF2B5EF4-FFF2-40B4-BE49-F238E27FC236}">
                <a16:creationId xmlns:a16="http://schemas.microsoft.com/office/drawing/2014/main" id="{C000CFD6-EF86-5074-D7B9-272512B8D151}"/>
              </a:ext>
            </a:extLst>
          </p:cNvPr>
          <p:cNvCxnSpPr>
            <a:cxnSpLocks/>
          </p:cNvCxnSpPr>
          <p:nvPr/>
        </p:nvCxnSpPr>
        <p:spPr>
          <a:xfrm>
            <a:off x="4912444" y="5556883"/>
            <a:ext cx="8846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69" name="直線接點 1068">
            <a:extLst>
              <a:ext uri="{FF2B5EF4-FFF2-40B4-BE49-F238E27FC236}">
                <a16:creationId xmlns:a16="http://schemas.microsoft.com/office/drawing/2014/main" id="{2AAFCA1F-3A65-F369-299A-476FA6EA8A8F}"/>
              </a:ext>
            </a:extLst>
          </p:cNvPr>
          <p:cNvCxnSpPr>
            <a:cxnSpLocks/>
          </p:cNvCxnSpPr>
          <p:nvPr/>
        </p:nvCxnSpPr>
        <p:spPr>
          <a:xfrm>
            <a:off x="4919395" y="5779411"/>
            <a:ext cx="8846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70" name="直線接點 1069">
            <a:extLst>
              <a:ext uri="{FF2B5EF4-FFF2-40B4-BE49-F238E27FC236}">
                <a16:creationId xmlns:a16="http://schemas.microsoft.com/office/drawing/2014/main" id="{5A7DA92E-5C16-E2CC-192A-25B6EFE020AA}"/>
              </a:ext>
            </a:extLst>
          </p:cNvPr>
          <p:cNvCxnSpPr>
            <a:cxnSpLocks/>
          </p:cNvCxnSpPr>
          <p:nvPr/>
        </p:nvCxnSpPr>
        <p:spPr>
          <a:xfrm>
            <a:off x="5128260" y="5104818"/>
            <a:ext cx="15875" cy="89438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74" name="直線接點 1073">
            <a:extLst>
              <a:ext uri="{FF2B5EF4-FFF2-40B4-BE49-F238E27FC236}">
                <a16:creationId xmlns:a16="http://schemas.microsoft.com/office/drawing/2014/main" id="{97BF16D7-520A-CE57-1085-A88E40B4B9EC}"/>
              </a:ext>
            </a:extLst>
          </p:cNvPr>
          <p:cNvCxnSpPr>
            <a:cxnSpLocks/>
          </p:cNvCxnSpPr>
          <p:nvPr/>
        </p:nvCxnSpPr>
        <p:spPr>
          <a:xfrm>
            <a:off x="5346826" y="5109690"/>
            <a:ext cx="15875" cy="89438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75" name="直線接點 1074">
            <a:extLst>
              <a:ext uri="{FF2B5EF4-FFF2-40B4-BE49-F238E27FC236}">
                <a16:creationId xmlns:a16="http://schemas.microsoft.com/office/drawing/2014/main" id="{33D56248-6DB8-0743-12E1-68D82F6E8125}"/>
              </a:ext>
            </a:extLst>
          </p:cNvPr>
          <p:cNvCxnSpPr>
            <a:cxnSpLocks/>
          </p:cNvCxnSpPr>
          <p:nvPr/>
        </p:nvCxnSpPr>
        <p:spPr>
          <a:xfrm>
            <a:off x="5554619" y="5107254"/>
            <a:ext cx="15875" cy="894386"/>
          </a:xfrm>
          <a:prstGeom prst="line">
            <a:avLst/>
          </a:prstGeom>
        </p:spPr>
        <p:style>
          <a:lnRef idx="2">
            <a:schemeClr val="accent1"/>
          </a:lnRef>
          <a:fillRef idx="0">
            <a:schemeClr val="accent1"/>
          </a:fillRef>
          <a:effectRef idx="1">
            <a:schemeClr val="accent1"/>
          </a:effectRef>
          <a:fontRef idx="minor">
            <a:schemeClr val="tx1"/>
          </a:fontRef>
        </p:style>
      </p:cxnSp>
      <p:sp>
        <p:nvSpPr>
          <p:cNvPr id="1076" name="文字方塊 1075">
            <a:extLst>
              <a:ext uri="{FF2B5EF4-FFF2-40B4-BE49-F238E27FC236}">
                <a16:creationId xmlns:a16="http://schemas.microsoft.com/office/drawing/2014/main" id="{5403C634-CBAC-5FA9-2949-E874D54B2309}"/>
              </a:ext>
            </a:extLst>
          </p:cNvPr>
          <p:cNvSpPr txBox="1"/>
          <p:nvPr/>
        </p:nvSpPr>
        <p:spPr>
          <a:xfrm>
            <a:off x="4897817" y="5112127"/>
            <a:ext cx="347664" cy="246221"/>
          </a:xfrm>
          <a:prstGeom prst="rect">
            <a:avLst/>
          </a:prstGeom>
          <a:noFill/>
        </p:spPr>
        <p:txBody>
          <a:bodyPr wrap="square" rtlCol="0">
            <a:spAutoFit/>
          </a:bodyPr>
          <a:lstStyle/>
          <a:p>
            <a:r>
              <a:rPr lang="en-US" altLang="zh-TW" sz="1000" dirty="0"/>
              <a:t>1</a:t>
            </a:r>
            <a:endParaRPr lang="zh-TW" altLang="en-US" sz="1000" dirty="0"/>
          </a:p>
        </p:txBody>
      </p:sp>
      <p:sp>
        <p:nvSpPr>
          <p:cNvPr id="1077" name="文字方塊 1076">
            <a:extLst>
              <a:ext uri="{FF2B5EF4-FFF2-40B4-BE49-F238E27FC236}">
                <a16:creationId xmlns:a16="http://schemas.microsoft.com/office/drawing/2014/main" id="{0514698C-A524-1A54-45E2-08E2200A71E9}"/>
              </a:ext>
            </a:extLst>
          </p:cNvPr>
          <p:cNvSpPr txBox="1"/>
          <p:nvPr/>
        </p:nvSpPr>
        <p:spPr>
          <a:xfrm>
            <a:off x="4897817" y="5326699"/>
            <a:ext cx="347664" cy="246221"/>
          </a:xfrm>
          <a:prstGeom prst="rect">
            <a:avLst/>
          </a:prstGeom>
          <a:noFill/>
        </p:spPr>
        <p:txBody>
          <a:bodyPr wrap="square" rtlCol="0">
            <a:spAutoFit/>
          </a:bodyPr>
          <a:lstStyle/>
          <a:p>
            <a:r>
              <a:rPr lang="en-US" altLang="zh-TW" sz="1000" dirty="0"/>
              <a:t>3</a:t>
            </a:r>
            <a:endParaRPr lang="zh-TW" altLang="en-US" sz="1000" dirty="0"/>
          </a:p>
        </p:txBody>
      </p:sp>
      <p:sp>
        <p:nvSpPr>
          <p:cNvPr id="1078" name="文字方塊 1077">
            <a:extLst>
              <a:ext uri="{FF2B5EF4-FFF2-40B4-BE49-F238E27FC236}">
                <a16:creationId xmlns:a16="http://schemas.microsoft.com/office/drawing/2014/main" id="{415CF130-9156-3263-180C-9B5CD43B8899}"/>
              </a:ext>
            </a:extLst>
          </p:cNvPr>
          <p:cNvSpPr txBox="1"/>
          <p:nvPr/>
        </p:nvSpPr>
        <p:spPr>
          <a:xfrm>
            <a:off x="4898389" y="5544312"/>
            <a:ext cx="347664" cy="246221"/>
          </a:xfrm>
          <a:prstGeom prst="rect">
            <a:avLst/>
          </a:prstGeom>
          <a:noFill/>
        </p:spPr>
        <p:txBody>
          <a:bodyPr wrap="square" rtlCol="0">
            <a:spAutoFit/>
          </a:bodyPr>
          <a:lstStyle/>
          <a:p>
            <a:r>
              <a:rPr lang="en-US" altLang="zh-TW" sz="1000" dirty="0"/>
              <a:t>5</a:t>
            </a:r>
            <a:endParaRPr lang="zh-TW" altLang="en-US" sz="1000" dirty="0"/>
          </a:p>
        </p:txBody>
      </p:sp>
      <p:sp>
        <p:nvSpPr>
          <p:cNvPr id="1080" name="文字方塊 1079">
            <a:extLst>
              <a:ext uri="{FF2B5EF4-FFF2-40B4-BE49-F238E27FC236}">
                <a16:creationId xmlns:a16="http://schemas.microsoft.com/office/drawing/2014/main" id="{93B7A3DE-701A-DD2D-2EE5-78F641CEE3E5}"/>
              </a:ext>
            </a:extLst>
          </p:cNvPr>
          <p:cNvSpPr txBox="1"/>
          <p:nvPr/>
        </p:nvSpPr>
        <p:spPr>
          <a:xfrm>
            <a:off x="4896801" y="5754158"/>
            <a:ext cx="347664" cy="246221"/>
          </a:xfrm>
          <a:prstGeom prst="rect">
            <a:avLst/>
          </a:prstGeom>
          <a:noFill/>
        </p:spPr>
        <p:txBody>
          <a:bodyPr wrap="square" rtlCol="0">
            <a:spAutoFit/>
          </a:bodyPr>
          <a:lstStyle/>
          <a:p>
            <a:r>
              <a:rPr lang="en-US" altLang="zh-TW" sz="1000" dirty="0"/>
              <a:t>1</a:t>
            </a:r>
            <a:endParaRPr lang="zh-TW" altLang="en-US" sz="1000" dirty="0"/>
          </a:p>
        </p:txBody>
      </p:sp>
      <p:sp>
        <p:nvSpPr>
          <p:cNvPr id="1086" name="文字方塊 1085">
            <a:extLst>
              <a:ext uri="{FF2B5EF4-FFF2-40B4-BE49-F238E27FC236}">
                <a16:creationId xmlns:a16="http://schemas.microsoft.com/office/drawing/2014/main" id="{6B0D3F5C-A10E-4BDC-B469-1B3CB4290A14}"/>
              </a:ext>
            </a:extLst>
          </p:cNvPr>
          <p:cNvSpPr txBox="1"/>
          <p:nvPr/>
        </p:nvSpPr>
        <p:spPr>
          <a:xfrm>
            <a:off x="5121242" y="5112126"/>
            <a:ext cx="347664" cy="246221"/>
          </a:xfrm>
          <a:prstGeom prst="rect">
            <a:avLst/>
          </a:prstGeom>
          <a:noFill/>
        </p:spPr>
        <p:txBody>
          <a:bodyPr wrap="square" rtlCol="0">
            <a:spAutoFit/>
          </a:bodyPr>
          <a:lstStyle/>
          <a:p>
            <a:r>
              <a:rPr lang="en-US" altLang="zh-TW" sz="1000" dirty="0"/>
              <a:t>7</a:t>
            </a:r>
            <a:endParaRPr lang="zh-TW" altLang="en-US" sz="1000" dirty="0"/>
          </a:p>
        </p:txBody>
      </p:sp>
      <p:sp>
        <p:nvSpPr>
          <p:cNvPr id="1087" name="文字方塊 1086">
            <a:extLst>
              <a:ext uri="{FF2B5EF4-FFF2-40B4-BE49-F238E27FC236}">
                <a16:creationId xmlns:a16="http://schemas.microsoft.com/office/drawing/2014/main" id="{333C489E-FB05-F05A-EEB4-E985F7DBABDB}"/>
              </a:ext>
            </a:extLst>
          </p:cNvPr>
          <p:cNvSpPr txBox="1"/>
          <p:nvPr/>
        </p:nvSpPr>
        <p:spPr>
          <a:xfrm>
            <a:off x="5121242" y="5326698"/>
            <a:ext cx="347664" cy="246221"/>
          </a:xfrm>
          <a:prstGeom prst="rect">
            <a:avLst/>
          </a:prstGeom>
          <a:noFill/>
        </p:spPr>
        <p:txBody>
          <a:bodyPr wrap="square" rtlCol="0">
            <a:spAutoFit/>
          </a:bodyPr>
          <a:lstStyle/>
          <a:p>
            <a:r>
              <a:rPr lang="en-US" altLang="zh-TW" sz="1000" dirty="0"/>
              <a:t>2</a:t>
            </a:r>
            <a:endParaRPr lang="zh-TW" altLang="en-US" sz="1000" dirty="0"/>
          </a:p>
        </p:txBody>
      </p:sp>
      <p:sp>
        <p:nvSpPr>
          <p:cNvPr id="1088" name="文字方塊 1087">
            <a:extLst>
              <a:ext uri="{FF2B5EF4-FFF2-40B4-BE49-F238E27FC236}">
                <a16:creationId xmlns:a16="http://schemas.microsoft.com/office/drawing/2014/main" id="{DCEA5D69-05CB-E939-38A5-7A2815237E0F}"/>
              </a:ext>
            </a:extLst>
          </p:cNvPr>
          <p:cNvSpPr txBox="1"/>
          <p:nvPr/>
        </p:nvSpPr>
        <p:spPr>
          <a:xfrm>
            <a:off x="5121814" y="5544311"/>
            <a:ext cx="347664" cy="246221"/>
          </a:xfrm>
          <a:prstGeom prst="rect">
            <a:avLst/>
          </a:prstGeom>
          <a:noFill/>
        </p:spPr>
        <p:txBody>
          <a:bodyPr wrap="square" rtlCol="0">
            <a:spAutoFit/>
          </a:bodyPr>
          <a:lstStyle/>
          <a:p>
            <a:r>
              <a:rPr lang="en-US" altLang="zh-TW" sz="1000" dirty="0"/>
              <a:t>1</a:t>
            </a:r>
            <a:endParaRPr lang="zh-TW" altLang="en-US" sz="1000" dirty="0"/>
          </a:p>
        </p:txBody>
      </p:sp>
      <p:sp>
        <p:nvSpPr>
          <p:cNvPr id="1089" name="文字方塊 1088">
            <a:extLst>
              <a:ext uri="{FF2B5EF4-FFF2-40B4-BE49-F238E27FC236}">
                <a16:creationId xmlns:a16="http://schemas.microsoft.com/office/drawing/2014/main" id="{547461B8-C84A-9D28-5D48-C3AAAF47A76B}"/>
              </a:ext>
            </a:extLst>
          </p:cNvPr>
          <p:cNvSpPr txBox="1"/>
          <p:nvPr/>
        </p:nvSpPr>
        <p:spPr>
          <a:xfrm>
            <a:off x="5120226" y="5754157"/>
            <a:ext cx="347664" cy="246221"/>
          </a:xfrm>
          <a:prstGeom prst="rect">
            <a:avLst/>
          </a:prstGeom>
          <a:noFill/>
        </p:spPr>
        <p:txBody>
          <a:bodyPr wrap="square" rtlCol="0">
            <a:spAutoFit/>
          </a:bodyPr>
          <a:lstStyle/>
          <a:p>
            <a:r>
              <a:rPr lang="en-US" altLang="zh-TW" sz="1000" dirty="0"/>
              <a:t>1</a:t>
            </a:r>
            <a:endParaRPr lang="zh-TW" altLang="en-US" sz="1000" dirty="0"/>
          </a:p>
        </p:txBody>
      </p:sp>
      <p:sp>
        <p:nvSpPr>
          <p:cNvPr id="1090" name="文字方塊 1089">
            <a:extLst>
              <a:ext uri="{FF2B5EF4-FFF2-40B4-BE49-F238E27FC236}">
                <a16:creationId xmlns:a16="http://schemas.microsoft.com/office/drawing/2014/main" id="{5D068255-F602-5A7B-F4FE-01AC4315D5A4}"/>
              </a:ext>
            </a:extLst>
          </p:cNvPr>
          <p:cNvSpPr txBox="1"/>
          <p:nvPr/>
        </p:nvSpPr>
        <p:spPr>
          <a:xfrm>
            <a:off x="5332200" y="5120697"/>
            <a:ext cx="347664" cy="246221"/>
          </a:xfrm>
          <a:prstGeom prst="rect">
            <a:avLst/>
          </a:prstGeom>
          <a:noFill/>
        </p:spPr>
        <p:txBody>
          <a:bodyPr wrap="square" rtlCol="0">
            <a:spAutoFit/>
          </a:bodyPr>
          <a:lstStyle/>
          <a:p>
            <a:r>
              <a:rPr lang="en-US" altLang="zh-TW" sz="1000" dirty="0"/>
              <a:t>2</a:t>
            </a:r>
            <a:endParaRPr lang="zh-TW" altLang="en-US" sz="1000" dirty="0"/>
          </a:p>
        </p:txBody>
      </p:sp>
      <p:sp>
        <p:nvSpPr>
          <p:cNvPr id="1091" name="文字方塊 1090">
            <a:extLst>
              <a:ext uri="{FF2B5EF4-FFF2-40B4-BE49-F238E27FC236}">
                <a16:creationId xmlns:a16="http://schemas.microsoft.com/office/drawing/2014/main" id="{7BD16D41-3771-AE64-52DA-134FF6D32507}"/>
              </a:ext>
            </a:extLst>
          </p:cNvPr>
          <p:cNvSpPr txBox="1"/>
          <p:nvPr/>
        </p:nvSpPr>
        <p:spPr>
          <a:xfrm>
            <a:off x="5332200" y="5335269"/>
            <a:ext cx="347664" cy="246221"/>
          </a:xfrm>
          <a:prstGeom prst="rect">
            <a:avLst/>
          </a:prstGeom>
          <a:noFill/>
        </p:spPr>
        <p:txBody>
          <a:bodyPr wrap="square" rtlCol="0">
            <a:spAutoFit/>
          </a:bodyPr>
          <a:lstStyle/>
          <a:p>
            <a:r>
              <a:rPr lang="en-US" altLang="zh-TW" sz="1000" dirty="0"/>
              <a:t>3</a:t>
            </a:r>
            <a:endParaRPr lang="zh-TW" altLang="en-US" sz="1000" dirty="0"/>
          </a:p>
        </p:txBody>
      </p:sp>
      <p:sp>
        <p:nvSpPr>
          <p:cNvPr id="1092" name="文字方塊 1091">
            <a:extLst>
              <a:ext uri="{FF2B5EF4-FFF2-40B4-BE49-F238E27FC236}">
                <a16:creationId xmlns:a16="http://schemas.microsoft.com/office/drawing/2014/main" id="{E021A4DB-CDBA-5218-5D16-A6FB23561FC9}"/>
              </a:ext>
            </a:extLst>
          </p:cNvPr>
          <p:cNvSpPr txBox="1"/>
          <p:nvPr/>
        </p:nvSpPr>
        <p:spPr>
          <a:xfrm>
            <a:off x="5332772" y="5552882"/>
            <a:ext cx="347664" cy="246221"/>
          </a:xfrm>
          <a:prstGeom prst="rect">
            <a:avLst/>
          </a:prstGeom>
          <a:noFill/>
        </p:spPr>
        <p:txBody>
          <a:bodyPr wrap="square" rtlCol="0">
            <a:spAutoFit/>
          </a:bodyPr>
          <a:lstStyle/>
          <a:p>
            <a:r>
              <a:rPr lang="en-US" altLang="zh-TW" sz="1000" dirty="0"/>
              <a:t>6</a:t>
            </a:r>
            <a:endParaRPr lang="zh-TW" altLang="en-US" sz="1000" dirty="0"/>
          </a:p>
        </p:txBody>
      </p:sp>
      <p:sp>
        <p:nvSpPr>
          <p:cNvPr id="1093" name="文字方塊 1092">
            <a:extLst>
              <a:ext uri="{FF2B5EF4-FFF2-40B4-BE49-F238E27FC236}">
                <a16:creationId xmlns:a16="http://schemas.microsoft.com/office/drawing/2014/main" id="{A8683A24-FB08-CBE6-B5B3-891C6C975179}"/>
              </a:ext>
            </a:extLst>
          </p:cNvPr>
          <p:cNvSpPr txBox="1"/>
          <p:nvPr/>
        </p:nvSpPr>
        <p:spPr>
          <a:xfrm>
            <a:off x="5331184" y="5762728"/>
            <a:ext cx="347664" cy="246221"/>
          </a:xfrm>
          <a:prstGeom prst="rect">
            <a:avLst/>
          </a:prstGeom>
          <a:noFill/>
        </p:spPr>
        <p:txBody>
          <a:bodyPr wrap="square" rtlCol="0">
            <a:spAutoFit/>
          </a:bodyPr>
          <a:lstStyle/>
          <a:p>
            <a:r>
              <a:rPr lang="en-US" altLang="zh-TW" sz="1000" dirty="0"/>
              <a:t>1</a:t>
            </a:r>
            <a:endParaRPr lang="zh-TW" altLang="en-US" sz="1000" dirty="0"/>
          </a:p>
        </p:txBody>
      </p:sp>
      <p:sp>
        <p:nvSpPr>
          <p:cNvPr id="1094" name="文字方塊 1093">
            <a:extLst>
              <a:ext uri="{FF2B5EF4-FFF2-40B4-BE49-F238E27FC236}">
                <a16:creationId xmlns:a16="http://schemas.microsoft.com/office/drawing/2014/main" id="{3F804CDF-FD2D-0DD3-B73D-1788807A19E8}"/>
              </a:ext>
            </a:extLst>
          </p:cNvPr>
          <p:cNvSpPr txBox="1"/>
          <p:nvPr/>
        </p:nvSpPr>
        <p:spPr>
          <a:xfrm>
            <a:off x="5549622" y="5121546"/>
            <a:ext cx="347664" cy="246221"/>
          </a:xfrm>
          <a:prstGeom prst="rect">
            <a:avLst/>
          </a:prstGeom>
          <a:noFill/>
        </p:spPr>
        <p:txBody>
          <a:bodyPr wrap="square" rtlCol="0">
            <a:spAutoFit/>
          </a:bodyPr>
          <a:lstStyle/>
          <a:p>
            <a:r>
              <a:rPr lang="en-US" altLang="zh-TW" sz="1000" dirty="0"/>
              <a:t>7</a:t>
            </a:r>
            <a:endParaRPr lang="zh-TW" altLang="en-US" sz="1000" dirty="0"/>
          </a:p>
        </p:txBody>
      </p:sp>
      <p:sp>
        <p:nvSpPr>
          <p:cNvPr id="1095" name="文字方塊 1094">
            <a:extLst>
              <a:ext uri="{FF2B5EF4-FFF2-40B4-BE49-F238E27FC236}">
                <a16:creationId xmlns:a16="http://schemas.microsoft.com/office/drawing/2014/main" id="{05073B62-139E-11B9-94D1-59AD76278605}"/>
              </a:ext>
            </a:extLst>
          </p:cNvPr>
          <p:cNvSpPr txBox="1"/>
          <p:nvPr/>
        </p:nvSpPr>
        <p:spPr>
          <a:xfrm>
            <a:off x="5549622" y="5336118"/>
            <a:ext cx="347664" cy="400110"/>
          </a:xfrm>
          <a:prstGeom prst="rect">
            <a:avLst/>
          </a:prstGeom>
          <a:noFill/>
        </p:spPr>
        <p:txBody>
          <a:bodyPr wrap="square" rtlCol="0">
            <a:spAutoFit/>
          </a:bodyPr>
          <a:lstStyle/>
          <a:p>
            <a:r>
              <a:rPr lang="en-US" altLang="zh-TW" sz="1000" dirty="0"/>
              <a:t>2	</a:t>
            </a:r>
            <a:endParaRPr lang="zh-TW" altLang="en-US" sz="1000" dirty="0"/>
          </a:p>
        </p:txBody>
      </p:sp>
      <p:sp>
        <p:nvSpPr>
          <p:cNvPr id="1096" name="文字方塊 1095">
            <a:extLst>
              <a:ext uri="{FF2B5EF4-FFF2-40B4-BE49-F238E27FC236}">
                <a16:creationId xmlns:a16="http://schemas.microsoft.com/office/drawing/2014/main" id="{F720FB66-B42D-6E12-9A0A-7EBD19C91236}"/>
              </a:ext>
            </a:extLst>
          </p:cNvPr>
          <p:cNvSpPr txBox="1"/>
          <p:nvPr/>
        </p:nvSpPr>
        <p:spPr>
          <a:xfrm>
            <a:off x="5550194" y="5553731"/>
            <a:ext cx="347664" cy="246221"/>
          </a:xfrm>
          <a:prstGeom prst="rect">
            <a:avLst/>
          </a:prstGeom>
          <a:noFill/>
        </p:spPr>
        <p:txBody>
          <a:bodyPr wrap="square" rtlCol="0">
            <a:spAutoFit/>
          </a:bodyPr>
          <a:lstStyle/>
          <a:p>
            <a:r>
              <a:rPr lang="en-US" altLang="zh-TW" sz="1000" dirty="0"/>
              <a:t>4</a:t>
            </a:r>
            <a:endParaRPr lang="zh-TW" altLang="en-US" sz="1000" dirty="0"/>
          </a:p>
        </p:txBody>
      </p:sp>
      <p:sp>
        <p:nvSpPr>
          <p:cNvPr id="1097" name="文字方塊 1096">
            <a:extLst>
              <a:ext uri="{FF2B5EF4-FFF2-40B4-BE49-F238E27FC236}">
                <a16:creationId xmlns:a16="http://schemas.microsoft.com/office/drawing/2014/main" id="{F6FFC368-88E0-A8CE-C89D-32753F130F01}"/>
              </a:ext>
            </a:extLst>
          </p:cNvPr>
          <p:cNvSpPr txBox="1"/>
          <p:nvPr/>
        </p:nvSpPr>
        <p:spPr>
          <a:xfrm>
            <a:off x="5548606" y="5763577"/>
            <a:ext cx="347664" cy="246221"/>
          </a:xfrm>
          <a:prstGeom prst="rect">
            <a:avLst/>
          </a:prstGeom>
          <a:noFill/>
        </p:spPr>
        <p:txBody>
          <a:bodyPr wrap="square" rtlCol="0">
            <a:spAutoFit/>
          </a:bodyPr>
          <a:lstStyle/>
          <a:p>
            <a:r>
              <a:rPr lang="en-US" altLang="zh-TW" sz="1000" dirty="0"/>
              <a:t>2</a:t>
            </a:r>
            <a:endParaRPr lang="zh-TW" altLang="en-US" sz="1000" dirty="0"/>
          </a:p>
        </p:txBody>
      </p:sp>
      <p:cxnSp>
        <p:nvCxnSpPr>
          <p:cNvPr id="1098" name="直線單箭頭接點 1097">
            <a:extLst>
              <a:ext uri="{FF2B5EF4-FFF2-40B4-BE49-F238E27FC236}">
                <a16:creationId xmlns:a16="http://schemas.microsoft.com/office/drawing/2014/main" id="{7CEB6A16-D90A-E6A6-6A6C-BFC6EC35F76B}"/>
              </a:ext>
            </a:extLst>
          </p:cNvPr>
          <p:cNvCxnSpPr>
            <a:cxnSpLocks/>
          </p:cNvCxnSpPr>
          <p:nvPr/>
        </p:nvCxnSpPr>
        <p:spPr>
          <a:xfrm>
            <a:off x="5934194" y="5555265"/>
            <a:ext cx="431561" cy="0"/>
          </a:xfrm>
          <a:prstGeom prst="straightConnector1">
            <a:avLst/>
          </a:prstGeom>
          <a:ln w="19050" cap="flat" cmpd="sng" algn="ctr">
            <a:solidFill>
              <a:srgbClr val="0070C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00" name="矩形 1099">
            <a:extLst>
              <a:ext uri="{FF2B5EF4-FFF2-40B4-BE49-F238E27FC236}">
                <a16:creationId xmlns:a16="http://schemas.microsoft.com/office/drawing/2014/main" id="{8E2BCC5B-4379-7817-0E61-35FBF13A7F60}"/>
              </a:ext>
            </a:extLst>
          </p:cNvPr>
          <p:cNvSpPr/>
          <p:nvPr/>
        </p:nvSpPr>
        <p:spPr>
          <a:xfrm>
            <a:off x="6593205" y="5409412"/>
            <a:ext cx="286939" cy="286939"/>
          </a:xfrm>
          <a:prstGeom prst="rect">
            <a:avLst/>
          </a:prstGeom>
          <a:solidFill>
            <a:srgbClr val="FFC000"/>
          </a:solidFill>
          <a:ln w="127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101" name="文字方塊 1100">
            <a:extLst>
              <a:ext uri="{FF2B5EF4-FFF2-40B4-BE49-F238E27FC236}">
                <a16:creationId xmlns:a16="http://schemas.microsoft.com/office/drawing/2014/main" id="{57EA5228-7F92-4F1E-2519-19F836F0DC25}"/>
              </a:ext>
            </a:extLst>
          </p:cNvPr>
          <p:cNvSpPr txBox="1"/>
          <p:nvPr/>
        </p:nvSpPr>
        <p:spPr>
          <a:xfrm>
            <a:off x="6615430" y="5421206"/>
            <a:ext cx="242888" cy="261610"/>
          </a:xfrm>
          <a:prstGeom prst="rect">
            <a:avLst/>
          </a:prstGeom>
          <a:noFill/>
        </p:spPr>
        <p:txBody>
          <a:bodyPr wrap="square" rtlCol="0">
            <a:spAutoFit/>
          </a:bodyPr>
          <a:lstStyle/>
          <a:p>
            <a:r>
              <a:rPr lang="en-US" altLang="zh-TW" sz="1100" dirty="0"/>
              <a:t>6</a:t>
            </a:r>
            <a:endParaRPr lang="zh-TW" altLang="en-US" sz="1100" dirty="0"/>
          </a:p>
        </p:txBody>
      </p:sp>
      <p:sp>
        <p:nvSpPr>
          <p:cNvPr id="1102" name="矩形: 圓角 1101">
            <a:extLst>
              <a:ext uri="{FF2B5EF4-FFF2-40B4-BE49-F238E27FC236}">
                <a16:creationId xmlns:a16="http://schemas.microsoft.com/office/drawing/2014/main" id="{BC76A121-23F8-ACA1-E3E6-7C41A5E452A9}"/>
              </a:ext>
            </a:extLst>
          </p:cNvPr>
          <p:cNvSpPr/>
          <p:nvPr/>
        </p:nvSpPr>
        <p:spPr>
          <a:xfrm>
            <a:off x="4371323" y="6249677"/>
            <a:ext cx="3510280" cy="2590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3" name="橢圓 1102">
            <a:extLst>
              <a:ext uri="{FF2B5EF4-FFF2-40B4-BE49-F238E27FC236}">
                <a16:creationId xmlns:a16="http://schemas.microsoft.com/office/drawing/2014/main" id="{BDA671A3-824D-0D37-A466-50FCB5E69EF6}"/>
              </a:ext>
            </a:extLst>
          </p:cNvPr>
          <p:cNvSpPr/>
          <p:nvPr/>
        </p:nvSpPr>
        <p:spPr>
          <a:xfrm>
            <a:off x="4604368" y="6249677"/>
            <a:ext cx="232410" cy="243137"/>
          </a:xfrm>
          <a:prstGeom prst="ellipse">
            <a:avLst/>
          </a:prstGeom>
          <a:solidFill>
            <a:srgbClr val="00B0F0"/>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104" name="橢圓 1103">
            <a:extLst>
              <a:ext uri="{FF2B5EF4-FFF2-40B4-BE49-F238E27FC236}">
                <a16:creationId xmlns:a16="http://schemas.microsoft.com/office/drawing/2014/main" id="{48D42C8A-7A71-8468-0E36-499EC3E094E1}"/>
              </a:ext>
            </a:extLst>
          </p:cNvPr>
          <p:cNvSpPr/>
          <p:nvPr/>
        </p:nvSpPr>
        <p:spPr>
          <a:xfrm>
            <a:off x="4997433" y="6249677"/>
            <a:ext cx="232410" cy="243137"/>
          </a:xfrm>
          <a:prstGeom prst="ellipse">
            <a:avLst/>
          </a:prstGeom>
          <a:solidFill>
            <a:srgbClr val="00B0F0"/>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105" name="橢圓 1104">
            <a:extLst>
              <a:ext uri="{FF2B5EF4-FFF2-40B4-BE49-F238E27FC236}">
                <a16:creationId xmlns:a16="http://schemas.microsoft.com/office/drawing/2014/main" id="{9F58CEE3-26CC-B4A7-5417-DBF60E37031F}"/>
              </a:ext>
            </a:extLst>
          </p:cNvPr>
          <p:cNvSpPr/>
          <p:nvPr/>
        </p:nvSpPr>
        <p:spPr>
          <a:xfrm>
            <a:off x="5390498" y="6257648"/>
            <a:ext cx="232410" cy="243137"/>
          </a:xfrm>
          <a:prstGeom prst="ellipse">
            <a:avLst/>
          </a:prstGeom>
          <a:solidFill>
            <a:srgbClr val="00B0F0"/>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106" name="橢圓 1105">
            <a:extLst>
              <a:ext uri="{FF2B5EF4-FFF2-40B4-BE49-F238E27FC236}">
                <a16:creationId xmlns:a16="http://schemas.microsoft.com/office/drawing/2014/main" id="{769FE7FF-74A9-6C61-E183-FEAD8E3BB23D}"/>
              </a:ext>
            </a:extLst>
          </p:cNvPr>
          <p:cNvSpPr/>
          <p:nvPr/>
        </p:nvSpPr>
        <p:spPr>
          <a:xfrm>
            <a:off x="5783563" y="6249677"/>
            <a:ext cx="232410" cy="243137"/>
          </a:xfrm>
          <a:prstGeom prst="ellipse">
            <a:avLst/>
          </a:prstGeom>
          <a:solidFill>
            <a:srgbClr val="00B0F0"/>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107" name="橢圓 1106">
            <a:extLst>
              <a:ext uri="{FF2B5EF4-FFF2-40B4-BE49-F238E27FC236}">
                <a16:creationId xmlns:a16="http://schemas.microsoft.com/office/drawing/2014/main" id="{158FFFAD-3007-023E-FF1C-7F1EDE3D16FA}"/>
              </a:ext>
            </a:extLst>
          </p:cNvPr>
          <p:cNvSpPr/>
          <p:nvPr/>
        </p:nvSpPr>
        <p:spPr>
          <a:xfrm>
            <a:off x="6176628" y="6249677"/>
            <a:ext cx="232410" cy="243137"/>
          </a:xfrm>
          <a:prstGeom prst="ellipse">
            <a:avLst/>
          </a:prstGeom>
          <a:solidFill>
            <a:srgbClr val="00B0F0"/>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108" name="橢圓 1107">
            <a:extLst>
              <a:ext uri="{FF2B5EF4-FFF2-40B4-BE49-F238E27FC236}">
                <a16:creationId xmlns:a16="http://schemas.microsoft.com/office/drawing/2014/main" id="{76BFBF5B-A795-50E3-E1FA-83923CD24A82}"/>
              </a:ext>
            </a:extLst>
          </p:cNvPr>
          <p:cNvSpPr/>
          <p:nvPr/>
        </p:nvSpPr>
        <p:spPr>
          <a:xfrm>
            <a:off x="6569693" y="6257648"/>
            <a:ext cx="232410" cy="243137"/>
          </a:xfrm>
          <a:prstGeom prst="ellipse">
            <a:avLst/>
          </a:prstGeom>
          <a:solidFill>
            <a:srgbClr val="00B0F0"/>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109" name="橢圓 1108">
            <a:extLst>
              <a:ext uri="{FF2B5EF4-FFF2-40B4-BE49-F238E27FC236}">
                <a16:creationId xmlns:a16="http://schemas.microsoft.com/office/drawing/2014/main" id="{0F6A2C5A-056F-40EB-F447-A2C5EED14EA8}"/>
              </a:ext>
            </a:extLst>
          </p:cNvPr>
          <p:cNvSpPr/>
          <p:nvPr/>
        </p:nvSpPr>
        <p:spPr>
          <a:xfrm>
            <a:off x="6962758" y="6257649"/>
            <a:ext cx="232410" cy="243137"/>
          </a:xfrm>
          <a:prstGeom prst="ellipse">
            <a:avLst/>
          </a:prstGeom>
          <a:solidFill>
            <a:srgbClr val="00B0F0"/>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110" name="橢圓 1109">
            <a:extLst>
              <a:ext uri="{FF2B5EF4-FFF2-40B4-BE49-F238E27FC236}">
                <a16:creationId xmlns:a16="http://schemas.microsoft.com/office/drawing/2014/main" id="{2335A5C6-AB38-1130-DF26-735298F46775}"/>
              </a:ext>
            </a:extLst>
          </p:cNvPr>
          <p:cNvSpPr/>
          <p:nvPr/>
        </p:nvSpPr>
        <p:spPr>
          <a:xfrm>
            <a:off x="7355823" y="6257648"/>
            <a:ext cx="232410" cy="243137"/>
          </a:xfrm>
          <a:prstGeom prst="ellipse">
            <a:avLst/>
          </a:prstGeom>
          <a:solidFill>
            <a:srgbClr val="00B0F0"/>
          </a:solidFill>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111" name="文字方塊 1110">
            <a:extLst>
              <a:ext uri="{FF2B5EF4-FFF2-40B4-BE49-F238E27FC236}">
                <a16:creationId xmlns:a16="http://schemas.microsoft.com/office/drawing/2014/main" id="{5A7B9181-45CE-AD1A-14A6-F6FBF5BBE8EA}"/>
              </a:ext>
            </a:extLst>
          </p:cNvPr>
          <p:cNvSpPr txBox="1"/>
          <p:nvPr/>
        </p:nvSpPr>
        <p:spPr>
          <a:xfrm>
            <a:off x="7011234" y="6488526"/>
            <a:ext cx="1013160" cy="246221"/>
          </a:xfrm>
          <a:prstGeom prst="rect">
            <a:avLst/>
          </a:prstGeom>
          <a:noFill/>
        </p:spPr>
        <p:txBody>
          <a:bodyPr wrap="square" rtlCol="0">
            <a:spAutoFit/>
          </a:bodyPr>
          <a:lstStyle/>
          <a:p>
            <a:r>
              <a:rPr lang="en-US" altLang="zh-TW" sz="1000" dirty="0"/>
              <a:t>Dense Layer</a:t>
            </a:r>
            <a:endParaRPr lang="zh-TW" altLang="en-US" sz="1000" dirty="0"/>
          </a:p>
        </p:txBody>
      </p:sp>
      <p:cxnSp>
        <p:nvCxnSpPr>
          <p:cNvPr id="1113" name="直線單箭頭接點 1112">
            <a:extLst>
              <a:ext uri="{FF2B5EF4-FFF2-40B4-BE49-F238E27FC236}">
                <a16:creationId xmlns:a16="http://schemas.microsoft.com/office/drawing/2014/main" id="{ED84CF91-3299-3BCE-0942-B2DFF9DD7C6E}"/>
              </a:ext>
            </a:extLst>
          </p:cNvPr>
          <p:cNvCxnSpPr>
            <a:cxnSpLocks/>
          </p:cNvCxnSpPr>
          <p:nvPr/>
        </p:nvCxnSpPr>
        <p:spPr>
          <a:xfrm>
            <a:off x="6061483" y="6036593"/>
            <a:ext cx="0" cy="163607"/>
          </a:xfrm>
          <a:prstGeom prst="straightConnector1">
            <a:avLst/>
          </a:prstGeom>
          <a:ln w="19050" cap="flat" cmpd="sng" algn="ctr">
            <a:solidFill>
              <a:srgbClr val="0070C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14" name="文字方塊 1113">
            <a:extLst>
              <a:ext uri="{FF2B5EF4-FFF2-40B4-BE49-F238E27FC236}">
                <a16:creationId xmlns:a16="http://schemas.microsoft.com/office/drawing/2014/main" id="{DD0DEC98-A0C4-EE6C-679B-89534658BCC4}"/>
              </a:ext>
            </a:extLst>
          </p:cNvPr>
          <p:cNvSpPr txBox="1"/>
          <p:nvPr/>
        </p:nvSpPr>
        <p:spPr>
          <a:xfrm>
            <a:off x="6800449" y="5807876"/>
            <a:ext cx="1606074" cy="246221"/>
          </a:xfrm>
          <a:prstGeom prst="rect">
            <a:avLst/>
          </a:prstGeom>
          <a:noFill/>
        </p:spPr>
        <p:txBody>
          <a:bodyPr wrap="square" rtlCol="0">
            <a:spAutoFit/>
          </a:bodyPr>
          <a:lstStyle/>
          <a:p>
            <a:r>
              <a:rPr lang="en-US" altLang="zh-TW" sz="1000" dirty="0"/>
              <a:t>Global Max Pooling</a:t>
            </a:r>
            <a:endParaRPr lang="zh-TW" altLang="en-US" sz="1000" dirty="0"/>
          </a:p>
        </p:txBody>
      </p:sp>
      <p:sp>
        <p:nvSpPr>
          <p:cNvPr id="1115" name="文字方塊 1114">
            <a:extLst>
              <a:ext uri="{FF2B5EF4-FFF2-40B4-BE49-F238E27FC236}">
                <a16:creationId xmlns:a16="http://schemas.microsoft.com/office/drawing/2014/main" id="{89FEA3CE-0C0A-384B-FB45-057182C829DD}"/>
              </a:ext>
            </a:extLst>
          </p:cNvPr>
          <p:cNvSpPr txBox="1"/>
          <p:nvPr/>
        </p:nvSpPr>
        <p:spPr>
          <a:xfrm>
            <a:off x="6835456" y="4858597"/>
            <a:ext cx="1606074" cy="246221"/>
          </a:xfrm>
          <a:prstGeom prst="rect">
            <a:avLst/>
          </a:prstGeom>
          <a:noFill/>
        </p:spPr>
        <p:txBody>
          <a:bodyPr wrap="square" rtlCol="0">
            <a:spAutoFit/>
          </a:bodyPr>
          <a:lstStyle/>
          <a:p>
            <a:r>
              <a:rPr lang="en-US" altLang="zh-TW" sz="1000" dirty="0"/>
              <a:t>Bidirectional LSTM</a:t>
            </a:r>
            <a:endParaRPr lang="zh-TW" altLang="en-US" sz="1000" dirty="0"/>
          </a:p>
        </p:txBody>
      </p:sp>
      <p:sp>
        <p:nvSpPr>
          <p:cNvPr id="1116" name="文字方塊 1115">
            <a:extLst>
              <a:ext uri="{FF2B5EF4-FFF2-40B4-BE49-F238E27FC236}">
                <a16:creationId xmlns:a16="http://schemas.microsoft.com/office/drawing/2014/main" id="{49D5115C-8695-012B-57F5-67B0A924D9AC}"/>
              </a:ext>
            </a:extLst>
          </p:cNvPr>
          <p:cNvSpPr txBox="1"/>
          <p:nvPr/>
        </p:nvSpPr>
        <p:spPr>
          <a:xfrm>
            <a:off x="6927216" y="2985507"/>
            <a:ext cx="1128996" cy="246221"/>
          </a:xfrm>
          <a:prstGeom prst="rect">
            <a:avLst/>
          </a:prstGeom>
          <a:noFill/>
        </p:spPr>
        <p:txBody>
          <a:bodyPr wrap="square" rtlCol="0">
            <a:spAutoFit/>
          </a:bodyPr>
          <a:lstStyle/>
          <a:p>
            <a:r>
              <a:rPr lang="en-US" altLang="zh-TW" sz="1000" dirty="0"/>
              <a:t>Embedded Layer</a:t>
            </a:r>
            <a:endParaRPr lang="zh-TW" altLang="en-US" sz="1000" dirty="0"/>
          </a:p>
        </p:txBody>
      </p:sp>
      <p:sp>
        <p:nvSpPr>
          <p:cNvPr id="1117" name="矩形: 圓角 1116">
            <a:extLst>
              <a:ext uri="{FF2B5EF4-FFF2-40B4-BE49-F238E27FC236}">
                <a16:creationId xmlns:a16="http://schemas.microsoft.com/office/drawing/2014/main" id="{31B0B92C-D707-7F5A-A597-5B3D21664BB1}"/>
              </a:ext>
            </a:extLst>
          </p:cNvPr>
          <p:cNvSpPr/>
          <p:nvPr/>
        </p:nvSpPr>
        <p:spPr>
          <a:xfrm>
            <a:off x="8050812" y="1319768"/>
            <a:ext cx="4089400" cy="2249117"/>
          </a:xfrm>
          <a:prstGeom prst="round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tLang="zh-TW" sz="1600" dirty="0">
              <a:solidFill>
                <a:srgbClr val="0070C0"/>
              </a:solidFill>
            </a:endParaRPr>
          </a:p>
          <a:p>
            <a:pPr algn="ctr"/>
            <a:r>
              <a:rPr lang="en-US" altLang="zh-TW" sz="1600" dirty="0">
                <a:solidFill>
                  <a:srgbClr val="0070C0"/>
                </a:solidFill>
              </a:rPr>
              <a:t>Result</a:t>
            </a:r>
          </a:p>
          <a:p>
            <a:r>
              <a:rPr lang="en-US" altLang="zh-TW" sz="1100" dirty="0"/>
              <a:t>The text classification model was tested on a large-scale multi-class dataset comprising over 70,000 categories. </a:t>
            </a:r>
          </a:p>
          <a:p>
            <a:r>
              <a:rPr lang="en-US" altLang="zh-TW" sz="1100" b="1" dirty="0"/>
              <a:t>Training Accuracy</a:t>
            </a:r>
            <a:r>
              <a:rPr lang="en-US" altLang="zh-TW" sz="1100" dirty="0"/>
              <a:t>: Achieved a peak of </a:t>
            </a:r>
            <a:r>
              <a:rPr lang="en-US" altLang="zh-TW" sz="1100" b="1" dirty="0"/>
              <a:t>36.8%</a:t>
            </a:r>
            <a:r>
              <a:rPr lang="en-US" altLang="zh-TW" sz="1100" dirty="0"/>
              <a:t> after 10 epochs, indicating the model's success in learning from a high-dimensional and multi-class dataset.</a:t>
            </a:r>
          </a:p>
          <a:p>
            <a:r>
              <a:rPr lang="en-US" altLang="zh-TW" sz="1100" b="1" dirty="0"/>
              <a:t>Validation Accuracy</a:t>
            </a:r>
            <a:r>
              <a:rPr lang="en-US" altLang="zh-TW" sz="1100" dirty="0"/>
              <a:t>: Recorded a consistent validation accuracy of </a:t>
            </a:r>
            <a:r>
              <a:rPr lang="en-US" altLang="zh-TW" sz="1100" b="1" dirty="0"/>
              <a:t>36.7%</a:t>
            </a:r>
            <a:r>
              <a:rPr lang="en-US" altLang="zh-TW" sz="1100" dirty="0"/>
              <a:t>, showcasing the model's ability to generalize effectively to unseen data.</a:t>
            </a:r>
          </a:p>
          <a:p>
            <a:r>
              <a:rPr lang="en-US" altLang="zh-TW" sz="1100" b="1" dirty="0"/>
              <a:t>Loss Reduction</a:t>
            </a:r>
            <a:r>
              <a:rPr lang="en-US" altLang="zh-TW" sz="1100" dirty="0"/>
              <a:t>: Training loss decreased from </a:t>
            </a:r>
            <a:r>
              <a:rPr lang="en-US" altLang="zh-TW" sz="1100" b="1" dirty="0"/>
              <a:t>5.7</a:t>
            </a:r>
            <a:r>
              <a:rPr lang="en-US" altLang="zh-TW" sz="1100" dirty="0"/>
              <a:t> to </a:t>
            </a:r>
            <a:r>
              <a:rPr lang="en-US" altLang="zh-TW" sz="1100" b="1" dirty="0"/>
              <a:t>3.8</a:t>
            </a:r>
            <a:r>
              <a:rPr lang="en-US" altLang="zh-TW" sz="1100" dirty="0"/>
              <a:t>, while validation loss reduced from </a:t>
            </a:r>
            <a:r>
              <a:rPr lang="en-US" altLang="zh-TW" sz="1100" b="1" dirty="0"/>
              <a:t>4.3</a:t>
            </a:r>
            <a:r>
              <a:rPr lang="en-US" altLang="zh-TW" sz="1100" dirty="0"/>
              <a:t> to </a:t>
            </a:r>
            <a:r>
              <a:rPr lang="en-US" altLang="zh-TW" sz="1100" b="1" dirty="0"/>
              <a:t>3.68</a:t>
            </a:r>
            <a:r>
              <a:rPr lang="en-US" altLang="zh-TW" sz="1100" dirty="0"/>
              <a:t>, reflecting improved prediction consistency and learning stability.</a:t>
            </a:r>
          </a:p>
          <a:p>
            <a:pPr algn="ctr">
              <a:spcAft>
                <a:spcPts val="600"/>
              </a:spcAft>
            </a:pPr>
            <a:endParaRPr lang="en-US" altLang="zh-TW" sz="1600" dirty="0">
              <a:solidFill>
                <a:srgbClr val="0070C0"/>
              </a:solidFill>
            </a:endParaRPr>
          </a:p>
        </p:txBody>
      </p:sp>
      <p:sp>
        <p:nvSpPr>
          <p:cNvPr id="1118" name="矩形: 圓角 1117">
            <a:extLst>
              <a:ext uri="{FF2B5EF4-FFF2-40B4-BE49-F238E27FC236}">
                <a16:creationId xmlns:a16="http://schemas.microsoft.com/office/drawing/2014/main" id="{4D16FE3C-3197-1E5D-7DB7-8A01F136D746}"/>
              </a:ext>
            </a:extLst>
          </p:cNvPr>
          <p:cNvSpPr/>
          <p:nvPr/>
        </p:nvSpPr>
        <p:spPr>
          <a:xfrm>
            <a:off x="8042876" y="3614320"/>
            <a:ext cx="4106570" cy="1712378"/>
          </a:xfrm>
          <a:prstGeom prst="round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spcAft>
                <a:spcPts val="600"/>
              </a:spcAft>
            </a:pPr>
            <a:r>
              <a:rPr lang="en-US" altLang="zh-TW" sz="1600" dirty="0">
                <a:solidFill>
                  <a:srgbClr val="0070C0"/>
                </a:solidFill>
              </a:rPr>
              <a:t>Conclusion</a:t>
            </a:r>
          </a:p>
          <a:p>
            <a:pPr>
              <a:spcAft>
                <a:spcPts val="600"/>
              </a:spcAft>
            </a:pPr>
            <a:r>
              <a:rPr lang="en-US" altLang="zh-TW" sz="1100" dirty="0"/>
              <a:t>The project successfully demonstrates the potential of pre-trained embeddings and bidirectional LSTMs in handling large-scale multi-class text classification. While the model shows promising accuracy and loss improvements, future work could focus on fine-tuning embeddings, integrating attention mechanisms, and leveraging distributed training to further enhance performance. This work emphasizes balancing efficiency and accuracy for scalable NLP applications.</a:t>
            </a:r>
            <a:endParaRPr lang="en-US" altLang="zh-TW" sz="1600" dirty="0">
              <a:solidFill>
                <a:srgbClr val="0070C0"/>
              </a:solidFill>
            </a:endParaRPr>
          </a:p>
        </p:txBody>
      </p:sp>
      <p:sp>
        <p:nvSpPr>
          <p:cNvPr id="1119" name="矩形: 圓角 1118">
            <a:extLst>
              <a:ext uri="{FF2B5EF4-FFF2-40B4-BE49-F238E27FC236}">
                <a16:creationId xmlns:a16="http://schemas.microsoft.com/office/drawing/2014/main" id="{73CE4CBA-5808-0BED-88AE-3A9A941EF797}"/>
              </a:ext>
            </a:extLst>
          </p:cNvPr>
          <p:cNvSpPr/>
          <p:nvPr/>
        </p:nvSpPr>
        <p:spPr>
          <a:xfrm>
            <a:off x="8042876" y="5401234"/>
            <a:ext cx="4098324" cy="1405957"/>
          </a:xfrm>
          <a:prstGeom prst="round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spcAft>
                <a:spcPts val="600"/>
              </a:spcAft>
            </a:pPr>
            <a:r>
              <a:rPr lang="en-US" altLang="zh-TW" sz="1600" dirty="0">
                <a:solidFill>
                  <a:srgbClr val="0070C0"/>
                </a:solidFill>
              </a:rPr>
              <a:t>Reference</a:t>
            </a:r>
          </a:p>
          <a:p>
            <a:pPr marL="171450" indent="-108000">
              <a:buFont typeface="Arial" panose="020B0604020202020204" pitchFamily="34" charset="0"/>
              <a:buChar char="•"/>
            </a:pPr>
            <a:r>
              <a:rPr lang="en-US" altLang="zh-TW" sz="1100" dirty="0" err="1">
                <a:solidFill>
                  <a:prstClr val="black"/>
                </a:solidFill>
                <a:latin typeface="Aptos" panose="02110004020202020204"/>
                <a:ea typeface="新細明體" panose="02020500000000000000" pitchFamily="18" charset="-120"/>
              </a:rPr>
              <a:t>GloVe</a:t>
            </a:r>
            <a:r>
              <a:rPr lang="en-US" altLang="zh-TW" sz="1100" dirty="0">
                <a:solidFill>
                  <a:prstClr val="black"/>
                </a:solidFill>
                <a:latin typeface="Aptos" panose="02110004020202020204"/>
                <a:ea typeface="新細明體" panose="02020500000000000000" pitchFamily="18" charset="-120"/>
              </a:rPr>
              <a:t>: Global Vectors for Word Representation</a:t>
            </a:r>
          </a:p>
          <a:p>
            <a:pPr marL="171450" indent="-108000">
              <a:buFont typeface="Arial" panose="020B0604020202020204" pitchFamily="34" charset="0"/>
              <a:buChar char="•"/>
            </a:pPr>
            <a:r>
              <a:rPr lang="en-US" altLang="zh-TW" sz="1100" dirty="0">
                <a:solidFill>
                  <a:prstClr val="black"/>
                </a:solidFill>
                <a:latin typeface="Aptos" panose="02110004020202020204"/>
                <a:ea typeface="新細明體" panose="02020500000000000000" pitchFamily="18" charset="-120"/>
              </a:rPr>
              <a:t>ArXiv Dataset - </a:t>
            </a:r>
            <a:r>
              <a:rPr lang="en-US" altLang="zh-TW" sz="1100" dirty="0" err="1">
                <a:solidFill>
                  <a:prstClr val="black"/>
                </a:solidFill>
                <a:latin typeface="Aptos" panose="02110004020202020204"/>
                <a:ea typeface="新細明體" panose="02020500000000000000" pitchFamily="18" charset="-120"/>
              </a:rPr>
              <a:t>arxiv</a:t>
            </a:r>
            <a:r>
              <a:rPr lang="en-US" altLang="zh-TW" sz="1100" dirty="0">
                <a:solidFill>
                  <a:prstClr val="black"/>
                </a:solidFill>
                <a:latin typeface="Aptos" panose="02110004020202020204"/>
                <a:ea typeface="新細明體" panose="02020500000000000000" pitchFamily="18" charset="-120"/>
              </a:rPr>
              <a:t>-metadata-</a:t>
            </a:r>
            <a:r>
              <a:rPr lang="en-US" altLang="zh-TW" sz="1100" dirty="0" err="1">
                <a:solidFill>
                  <a:prstClr val="black"/>
                </a:solidFill>
                <a:latin typeface="Aptos" panose="02110004020202020204"/>
                <a:ea typeface="新細明體" panose="02020500000000000000" pitchFamily="18" charset="-120"/>
              </a:rPr>
              <a:t>oai</a:t>
            </a:r>
            <a:r>
              <a:rPr lang="en-US" altLang="zh-TW" sz="1100" dirty="0">
                <a:solidFill>
                  <a:prstClr val="black"/>
                </a:solidFill>
                <a:latin typeface="Aptos" panose="02110004020202020204"/>
                <a:ea typeface="新細明體" panose="02020500000000000000" pitchFamily="18" charset="-120"/>
              </a:rPr>
              <a:t>-</a:t>
            </a:r>
            <a:r>
              <a:rPr lang="en-US" altLang="zh-TW" sz="1100" dirty="0" err="1">
                <a:solidFill>
                  <a:prstClr val="black"/>
                </a:solidFill>
                <a:latin typeface="Aptos" panose="02110004020202020204"/>
                <a:ea typeface="新細明體" panose="02020500000000000000" pitchFamily="18" charset="-120"/>
              </a:rPr>
              <a:t>snapshot.json</a:t>
            </a:r>
            <a:endParaRPr lang="en-US" altLang="zh-TW" sz="1100" dirty="0">
              <a:solidFill>
                <a:prstClr val="black"/>
              </a:solidFill>
              <a:latin typeface="Aptos" panose="02110004020202020204"/>
              <a:ea typeface="新細明體" panose="02020500000000000000" pitchFamily="18" charset="-120"/>
            </a:endParaRPr>
          </a:p>
          <a:p>
            <a:pPr marL="171450" indent="-108000">
              <a:buFont typeface="Arial" panose="020B0604020202020204" pitchFamily="34" charset="0"/>
              <a:buChar char="•"/>
            </a:pPr>
            <a:r>
              <a:rPr lang="en-US" altLang="zh-TW" sz="1100" dirty="0">
                <a:solidFill>
                  <a:prstClr val="black"/>
                </a:solidFill>
                <a:latin typeface="Aptos" panose="02110004020202020204"/>
                <a:ea typeface="新細明體" panose="02020500000000000000" pitchFamily="18" charset="-120"/>
              </a:rPr>
              <a:t>TensorFlow Documentation</a:t>
            </a:r>
          </a:p>
          <a:p>
            <a:pPr marL="171450" indent="-108000">
              <a:buFont typeface="Arial" panose="020B0604020202020204" pitchFamily="34" charset="0"/>
              <a:buChar char="•"/>
            </a:pPr>
            <a:r>
              <a:rPr lang="en-US" altLang="zh-TW" sz="1100" dirty="0">
                <a:solidFill>
                  <a:prstClr val="black"/>
                </a:solidFill>
                <a:latin typeface="Aptos" panose="02110004020202020204"/>
                <a:ea typeface="新細明體" panose="02020500000000000000" pitchFamily="18" charset="-120"/>
              </a:rPr>
              <a:t>Complete Guide to RNN, LSTM, and Bidirectional LSTM</a:t>
            </a:r>
          </a:p>
          <a:p>
            <a:pPr marL="171450" indent="-108000">
              <a:buFont typeface="Arial" panose="020B0604020202020204" pitchFamily="34" charset="0"/>
              <a:buChar char="•"/>
            </a:pPr>
            <a:r>
              <a:rPr lang="en-US" altLang="zh-TW" sz="1100" dirty="0" err="1">
                <a:solidFill>
                  <a:prstClr val="black"/>
                </a:solidFill>
                <a:latin typeface="Aptos" panose="02110004020202020204"/>
                <a:ea typeface="新細明體" panose="02020500000000000000" pitchFamily="18" charset="-120"/>
              </a:rPr>
              <a:t>GloVe</a:t>
            </a:r>
            <a:r>
              <a:rPr lang="en-US" altLang="zh-TW" sz="1100" dirty="0">
                <a:solidFill>
                  <a:prstClr val="black"/>
                </a:solidFill>
                <a:latin typeface="Aptos" panose="02110004020202020204"/>
                <a:ea typeface="新細明體" panose="02020500000000000000" pitchFamily="18" charset="-120"/>
              </a:rPr>
              <a:t>: Global Vectors for Word Representation</a:t>
            </a:r>
          </a:p>
        </p:txBody>
      </p:sp>
    </p:spTree>
    <p:extLst>
      <p:ext uri="{BB962C8B-B14F-4D97-AF65-F5344CB8AC3E}">
        <p14:creationId xmlns:p14="http://schemas.microsoft.com/office/powerpoint/2010/main" val="79336396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TotalTime>
  <Words>487</Words>
  <Application>Microsoft Office PowerPoint</Application>
  <PresentationFormat>寬螢幕</PresentationFormat>
  <Paragraphs>65</Paragraphs>
  <Slides>1</Slides>
  <Notes>1</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vt:i4>
      </vt:variant>
    </vt:vector>
  </HeadingPairs>
  <TitlesOfParts>
    <vt:vector size="5" baseType="lpstr">
      <vt:lpstr>Aptos</vt:lpstr>
      <vt:lpstr>Aptos Display</vt:lpstr>
      <vt:lpstr>Arial</vt:lpstr>
      <vt:lpstr>Office 佈景主題</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Tsung-Yu Liu</dc:creator>
  <cp:lastModifiedBy>Tsung-Yu Liu</cp:lastModifiedBy>
  <cp:revision>1</cp:revision>
  <dcterms:created xsi:type="dcterms:W3CDTF">2024-12-05T06:40:22Z</dcterms:created>
  <dcterms:modified xsi:type="dcterms:W3CDTF">2024-12-05T16:41:59Z</dcterms:modified>
</cp:coreProperties>
</file>